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9" r:id="rId3"/>
    <p:sldId id="290" r:id="rId4"/>
    <p:sldId id="289" r:id="rId5"/>
    <p:sldId id="291" r:id="rId6"/>
    <p:sldId id="261" r:id="rId7"/>
    <p:sldId id="298" r:id="rId8"/>
    <p:sldId id="293" r:id="rId9"/>
    <p:sldId id="263" r:id="rId10"/>
    <p:sldId id="296" r:id="rId11"/>
    <p:sldId id="295" r:id="rId12"/>
    <p:sldId id="294" r:id="rId13"/>
    <p:sldId id="297" r:id="rId14"/>
    <p:sldId id="288" r:id="rId15"/>
    <p:sldId id="265" r:id="rId16"/>
    <p:sldId id="300" r:id="rId17"/>
    <p:sldId id="299" r:id="rId18"/>
    <p:sldId id="266" r:id="rId19"/>
    <p:sldId id="267" r:id="rId20"/>
    <p:sldId id="269" r:id="rId21"/>
    <p:sldId id="270" r:id="rId22"/>
    <p:sldId id="271" r:id="rId23"/>
    <p:sldId id="301" r:id="rId24"/>
    <p:sldId id="272" r:id="rId25"/>
    <p:sldId id="273" r:id="rId26"/>
    <p:sldId id="302" r:id="rId27"/>
    <p:sldId id="274" r:id="rId28"/>
    <p:sldId id="275" r:id="rId29"/>
    <p:sldId id="305" r:id="rId30"/>
    <p:sldId id="304" r:id="rId31"/>
    <p:sldId id="303" r:id="rId32"/>
    <p:sldId id="276" r:id="rId33"/>
    <p:sldId id="278" r:id="rId34"/>
    <p:sldId id="280" r:id="rId35"/>
    <p:sldId id="279" r:id="rId36"/>
    <p:sldId id="277" r:id="rId37"/>
    <p:sldId id="281" r:id="rId38"/>
    <p:sldId id="282" r:id="rId39"/>
    <p:sldId id="283" r:id="rId40"/>
    <p:sldId id="284" r:id="rId41"/>
    <p:sldId id="285" r:id="rId42"/>
    <p:sldId id="286" r:id="rId43"/>
    <p:sldId id="287" r:id="rId4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02038C-15D4-49C3-B6A7-FF0359EDB4B0}" v="1491" dt="2026-03-25T14:11:50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5" autoAdjust="0"/>
    <p:restoredTop sz="71706" autoAdjust="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o Attivissimo" userId="f366678c-3975-4660-b4b5-82ae6bfd5c96" providerId="ADAL" clId="{37B399F5-3952-4CE5-99EF-0C55C92A3E97}"/>
    <pc:docChg chg="undo redo custSel addSld delSld modSld sldOrd modMainMaster">
      <pc:chgData name="Angelo Attivissimo" userId="f366678c-3975-4660-b4b5-82ae6bfd5c96" providerId="ADAL" clId="{37B399F5-3952-4CE5-99EF-0C55C92A3E97}" dt="2026-03-24T21:48:30.123" v="12780" actId="20577"/>
      <pc:docMkLst>
        <pc:docMk/>
      </pc:docMkLst>
      <pc:sldChg chg="modSp mod">
        <pc:chgData name="Angelo Attivissimo" userId="f366678c-3975-4660-b4b5-82ae6bfd5c96" providerId="ADAL" clId="{37B399F5-3952-4CE5-99EF-0C55C92A3E97}" dt="2026-03-12T16:38:53.185" v="284" actId="403"/>
        <pc:sldMkLst>
          <pc:docMk/>
          <pc:sldMk cId="601361560" sldId="256"/>
        </pc:sldMkLst>
        <pc:spChg chg="mod">
          <ac:chgData name="Angelo Attivissimo" userId="f366678c-3975-4660-b4b5-82ae6bfd5c96" providerId="ADAL" clId="{37B399F5-3952-4CE5-99EF-0C55C92A3E97}" dt="2026-03-12T16:38:53.185" v="284" actId="403"/>
          <ac:spMkLst>
            <pc:docMk/>
            <pc:sldMk cId="601361560" sldId="256"/>
            <ac:spMk id="6" creationId="{45239572-FB9B-3216-8EA5-2D518393AEB1}"/>
          </ac:spMkLst>
        </pc:spChg>
      </pc:sldChg>
      <pc:sldChg chg="addSp delSp modSp mod delAnim modAnim modNotesTx">
        <pc:chgData name="Angelo Attivissimo" userId="f366678c-3975-4660-b4b5-82ae6bfd5c96" providerId="ADAL" clId="{37B399F5-3952-4CE5-99EF-0C55C92A3E97}" dt="2026-03-23T21:40:24.725" v="11343" actId="20577"/>
        <pc:sldMkLst>
          <pc:docMk/>
          <pc:sldMk cId="1701501580" sldId="259"/>
        </pc:sldMkLst>
        <pc:spChg chg="mod">
          <ac:chgData name="Angelo Attivissimo" userId="f366678c-3975-4660-b4b5-82ae6bfd5c96" providerId="ADAL" clId="{37B399F5-3952-4CE5-99EF-0C55C92A3E97}" dt="2026-03-23T21:40:24.725" v="11343" actId="20577"/>
          <ac:spMkLst>
            <pc:docMk/>
            <pc:sldMk cId="1701501580" sldId="259"/>
            <ac:spMk id="2" creationId="{00000000-0000-0000-0000-000000000000}"/>
          </ac:spMkLst>
        </pc:spChg>
        <pc:picChg chg="add mod modCrop">
          <ac:chgData name="Angelo Attivissimo" userId="f366678c-3975-4660-b4b5-82ae6bfd5c96" providerId="ADAL" clId="{37B399F5-3952-4CE5-99EF-0C55C92A3E97}" dt="2026-03-20T18:37:05.775" v="8320" actId="14100"/>
          <ac:picMkLst>
            <pc:docMk/>
            <pc:sldMk cId="1701501580" sldId="259"/>
            <ac:picMk id="9" creationId="{93631AC3-F671-D4FA-F04D-03240BD61858}"/>
          </ac:picMkLst>
        </pc:picChg>
      </pc:sldChg>
      <pc:sldChg chg="addSp delSp modSp mod modAnim modNotesTx">
        <pc:chgData name="Angelo Attivissimo" userId="f366678c-3975-4660-b4b5-82ae6bfd5c96" providerId="ADAL" clId="{37B399F5-3952-4CE5-99EF-0C55C92A3E97}" dt="2026-03-24T11:07:49.068" v="11593" actId="20577"/>
        <pc:sldMkLst>
          <pc:docMk/>
          <pc:sldMk cId="950533803" sldId="261"/>
        </pc:sldMkLst>
        <pc:spChg chg="mod">
          <ac:chgData name="Angelo Attivissimo" userId="f366678c-3975-4660-b4b5-82ae6bfd5c96" providerId="ADAL" clId="{37B399F5-3952-4CE5-99EF-0C55C92A3E97}" dt="2026-03-23T21:41:48.771" v="11355" actId="20577"/>
          <ac:spMkLst>
            <pc:docMk/>
            <pc:sldMk cId="950533803" sldId="261"/>
            <ac:spMk id="2" creationId="{05E36329-0183-F02F-EA45-6A42F9EE00C5}"/>
          </ac:spMkLst>
        </pc:spChg>
        <pc:spChg chg="mod">
          <ac:chgData name="Angelo Attivissimo" userId="f366678c-3975-4660-b4b5-82ae6bfd5c96" providerId="ADAL" clId="{37B399F5-3952-4CE5-99EF-0C55C92A3E97}" dt="2026-03-12T17:08:02.231" v="305" actId="14100"/>
          <ac:spMkLst>
            <pc:docMk/>
            <pc:sldMk cId="950533803" sldId="261"/>
            <ac:spMk id="3" creationId="{3A1484DA-912B-DA93-0ACF-42AAF816C177}"/>
          </ac:spMkLst>
        </pc:spChg>
        <pc:spChg chg="add mod">
          <ac:chgData name="Angelo Attivissimo" userId="f366678c-3975-4660-b4b5-82ae6bfd5c96" providerId="ADAL" clId="{37B399F5-3952-4CE5-99EF-0C55C92A3E97}" dt="2026-03-20T20:49:50.840" v="8727" actId="1076"/>
          <ac:spMkLst>
            <pc:docMk/>
            <pc:sldMk cId="950533803" sldId="261"/>
            <ac:spMk id="10" creationId="{9C0C36EE-7A8C-78B0-A392-3AF8A7B72DE0}"/>
          </ac:spMkLst>
        </pc:spChg>
        <pc:spChg chg="add mod">
          <ac:chgData name="Angelo Attivissimo" userId="f366678c-3975-4660-b4b5-82ae6bfd5c96" providerId="ADAL" clId="{37B399F5-3952-4CE5-99EF-0C55C92A3E97}" dt="2026-03-16T21:55:04.878" v="3890" actId="20577"/>
          <ac:spMkLst>
            <pc:docMk/>
            <pc:sldMk cId="950533803" sldId="261"/>
            <ac:spMk id="11" creationId="{E483924A-6BEE-9301-E09C-814640FFA993}"/>
          </ac:spMkLst>
        </pc:spChg>
        <pc:picChg chg="add mod">
          <ac:chgData name="Angelo Attivissimo" userId="f366678c-3975-4660-b4b5-82ae6bfd5c96" providerId="ADAL" clId="{37B399F5-3952-4CE5-99EF-0C55C92A3E97}" dt="2026-03-16T21:55:17.351" v="3894" actId="14100"/>
          <ac:picMkLst>
            <pc:docMk/>
            <pc:sldMk cId="950533803" sldId="261"/>
            <ac:picMk id="7" creationId="{5702C746-0A18-9691-ABC4-4B2BD81BE5E4}"/>
          </ac:picMkLst>
        </pc:picChg>
        <pc:picChg chg="add mod">
          <ac:chgData name="Angelo Attivissimo" userId="f366678c-3975-4660-b4b5-82ae6bfd5c96" providerId="ADAL" clId="{37B399F5-3952-4CE5-99EF-0C55C92A3E97}" dt="2026-03-16T21:55:01.120" v="3887" actId="14100"/>
          <ac:picMkLst>
            <pc:docMk/>
            <pc:sldMk cId="950533803" sldId="261"/>
            <ac:picMk id="9" creationId="{E70DD9D0-775D-FC63-3523-26AA75159378}"/>
          </ac:picMkLst>
        </pc:picChg>
      </pc:sldChg>
      <pc:sldChg chg="addSp delSp modSp new mod delAnim modAnim modNotesTx">
        <pc:chgData name="Angelo Attivissimo" userId="f366678c-3975-4660-b4b5-82ae6bfd5c96" providerId="ADAL" clId="{37B399F5-3952-4CE5-99EF-0C55C92A3E97}" dt="2026-03-23T21:42:07.970" v="11370" actId="20577"/>
        <pc:sldMkLst>
          <pc:docMk/>
          <pc:sldMk cId="1628583172" sldId="263"/>
        </pc:sldMkLst>
        <pc:spChg chg="mod">
          <ac:chgData name="Angelo Attivissimo" userId="f366678c-3975-4660-b4b5-82ae6bfd5c96" providerId="ADAL" clId="{37B399F5-3952-4CE5-99EF-0C55C92A3E97}" dt="2026-03-23T21:42:07.970" v="11370" actId="20577"/>
          <ac:spMkLst>
            <pc:docMk/>
            <pc:sldMk cId="1628583172" sldId="263"/>
            <ac:spMk id="2" creationId="{4A5F402C-C68E-FDD3-E02B-BB94A347918C}"/>
          </ac:spMkLst>
        </pc:spChg>
        <pc:spChg chg="mod">
          <ac:chgData name="Angelo Attivissimo" userId="f366678c-3975-4660-b4b5-82ae6bfd5c96" providerId="ADAL" clId="{37B399F5-3952-4CE5-99EF-0C55C92A3E97}" dt="2026-03-12T18:04:04.158" v="468" actId="20577"/>
          <ac:spMkLst>
            <pc:docMk/>
            <pc:sldMk cId="1628583172" sldId="263"/>
            <ac:spMk id="3" creationId="{CD9F3C8E-F4C7-44D7-C027-10A29D06D481}"/>
          </ac:spMkLst>
        </pc:spChg>
        <pc:spChg chg="add mod">
          <ac:chgData name="Angelo Attivissimo" userId="f366678c-3975-4660-b4b5-82ae6bfd5c96" providerId="ADAL" clId="{37B399F5-3952-4CE5-99EF-0C55C92A3E97}" dt="2026-03-16T22:02:23.435" v="3979" actId="1076"/>
          <ac:spMkLst>
            <pc:docMk/>
            <pc:sldMk cId="1628583172" sldId="263"/>
            <ac:spMk id="4" creationId="{3FB26693-6805-6AD8-A277-FFF0C0331691}"/>
          </ac:spMkLst>
        </pc:spChg>
        <pc:spChg chg="add mod">
          <ac:chgData name="Angelo Attivissimo" userId="f366678c-3975-4660-b4b5-82ae6bfd5c96" providerId="ADAL" clId="{37B399F5-3952-4CE5-99EF-0C55C92A3E97}" dt="2026-03-16T22:01:34.305" v="3976" actId="20577"/>
          <ac:spMkLst>
            <pc:docMk/>
            <pc:sldMk cId="1628583172" sldId="263"/>
            <ac:spMk id="5" creationId="{1EFDD28D-7221-FAAF-1DA1-2B68DEBD875E}"/>
          </ac:spMkLst>
        </pc:spChg>
        <pc:spChg chg="add mod">
          <ac:chgData name="Angelo Attivissimo" userId="f366678c-3975-4660-b4b5-82ae6bfd5c96" providerId="ADAL" clId="{37B399F5-3952-4CE5-99EF-0C55C92A3E97}" dt="2026-03-13T17:14:59.663" v="1289" actId="1076"/>
          <ac:spMkLst>
            <pc:docMk/>
            <pc:sldMk cId="1628583172" sldId="263"/>
            <ac:spMk id="109" creationId="{10E52AC6-94A9-FB4A-1618-C7AB7ABF683D}"/>
          </ac:spMkLst>
        </pc:spChg>
        <pc:spChg chg="add mod">
          <ac:chgData name="Angelo Attivissimo" userId="f366678c-3975-4660-b4b5-82ae6bfd5c96" providerId="ADAL" clId="{37B399F5-3952-4CE5-99EF-0C55C92A3E97}" dt="2026-03-13T17:14:59.663" v="1289" actId="1076"/>
          <ac:spMkLst>
            <pc:docMk/>
            <pc:sldMk cId="1628583172" sldId="263"/>
            <ac:spMk id="110" creationId="{646F8465-FE31-1B0A-2407-8189E99A6901}"/>
          </ac:spMkLst>
        </pc:spChg>
        <pc:spChg chg="add mod">
          <ac:chgData name="Angelo Attivissimo" userId="f366678c-3975-4660-b4b5-82ae6bfd5c96" providerId="ADAL" clId="{37B399F5-3952-4CE5-99EF-0C55C92A3E97}" dt="2026-03-13T17:14:59.663" v="1289" actId="1076"/>
          <ac:spMkLst>
            <pc:docMk/>
            <pc:sldMk cId="1628583172" sldId="263"/>
            <ac:spMk id="111" creationId="{4F1E82F3-FE38-D26E-25CC-A670A36B07C4}"/>
          </ac:spMkLst>
        </pc:spChg>
        <pc:cxnChg chg="add mod">
          <ac:chgData name="Angelo Attivissimo" userId="f366678c-3975-4660-b4b5-82ae6bfd5c96" providerId="ADAL" clId="{37B399F5-3952-4CE5-99EF-0C55C92A3E97}" dt="2026-03-12T18:33:29.110" v="527" actId="1076"/>
          <ac:cxnSpMkLst>
            <pc:docMk/>
            <pc:sldMk cId="1628583172" sldId="263"/>
            <ac:cxnSpMk id="12" creationId="{B82D033A-2DCC-0C63-9A24-C4BBF60D3882}"/>
          </ac:cxnSpMkLst>
        </pc:cxnChg>
        <pc:cxnChg chg="add mod">
          <ac:chgData name="Angelo Attivissimo" userId="f366678c-3975-4660-b4b5-82ae6bfd5c96" providerId="ADAL" clId="{37B399F5-3952-4CE5-99EF-0C55C92A3E97}" dt="2026-03-12T18:33:29.110" v="527" actId="1076"/>
          <ac:cxnSpMkLst>
            <pc:docMk/>
            <pc:sldMk cId="1628583172" sldId="263"/>
            <ac:cxnSpMk id="15" creationId="{7E90BB26-4EE7-2A2E-C07A-D79A0EF5C03A}"/>
          </ac:cxnSpMkLst>
        </pc:cxnChg>
        <pc:cxnChg chg="add mod">
          <ac:chgData name="Angelo Attivissimo" userId="f366678c-3975-4660-b4b5-82ae6bfd5c96" providerId="ADAL" clId="{37B399F5-3952-4CE5-99EF-0C55C92A3E97}" dt="2026-03-12T18:33:29.110" v="527" actId="1076"/>
          <ac:cxnSpMkLst>
            <pc:docMk/>
            <pc:sldMk cId="1628583172" sldId="263"/>
            <ac:cxnSpMk id="17" creationId="{9E69ADDF-1D1D-8F35-C2C3-7E3E886C0129}"/>
          </ac:cxnSpMkLst>
        </pc:cxnChg>
        <pc:cxnChg chg="add mod">
          <ac:chgData name="Angelo Attivissimo" userId="f366678c-3975-4660-b4b5-82ae6bfd5c96" providerId="ADAL" clId="{37B399F5-3952-4CE5-99EF-0C55C92A3E97}" dt="2026-03-12T18:33:29.110" v="527" actId="1076"/>
          <ac:cxnSpMkLst>
            <pc:docMk/>
            <pc:sldMk cId="1628583172" sldId="263"/>
            <ac:cxnSpMk id="19" creationId="{A359B601-965E-69EB-E988-788B7DB6788C}"/>
          </ac:cxnSpMkLst>
        </pc:cxnChg>
        <pc:cxnChg chg="add mod">
          <ac:chgData name="Angelo Attivissimo" userId="f366678c-3975-4660-b4b5-82ae6bfd5c96" providerId="ADAL" clId="{37B399F5-3952-4CE5-99EF-0C55C92A3E97}" dt="2026-03-13T17:14:59.663" v="1289" actId="1076"/>
          <ac:cxnSpMkLst>
            <pc:docMk/>
            <pc:sldMk cId="1628583172" sldId="263"/>
            <ac:cxnSpMk id="21" creationId="{26B04C54-E4E9-C906-FD83-703E6ED4A5AA}"/>
          </ac:cxnSpMkLst>
        </pc:cxnChg>
        <pc:cxnChg chg="add mod">
          <ac:chgData name="Angelo Attivissimo" userId="f366678c-3975-4660-b4b5-82ae6bfd5c96" providerId="ADAL" clId="{37B399F5-3952-4CE5-99EF-0C55C92A3E97}" dt="2026-03-12T18:33:29.110" v="527" actId="1076"/>
          <ac:cxnSpMkLst>
            <pc:docMk/>
            <pc:sldMk cId="1628583172" sldId="263"/>
            <ac:cxnSpMk id="25" creationId="{A3C52B77-9D5B-B541-0875-5BB7234A160D}"/>
          </ac:cxnSpMkLst>
        </pc:cxnChg>
      </pc:sldChg>
      <pc:sldChg chg="addSp delSp modSp new mod ord addAnim delAnim modAnim modNotesTx">
        <pc:chgData name="Angelo Attivissimo" userId="f366678c-3975-4660-b4b5-82ae6bfd5c96" providerId="ADAL" clId="{37B399F5-3952-4CE5-99EF-0C55C92A3E97}" dt="2026-03-24T12:19:39.263" v="11998" actId="20577"/>
        <pc:sldMkLst>
          <pc:docMk/>
          <pc:sldMk cId="3082073592" sldId="264"/>
        </pc:sldMkLst>
      </pc:sldChg>
      <pc:sldChg chg="addSp delSp modSp new mod addAnim delAnim modAnim modNotesTx">
        <pc:chgData name="Angelo Attivissimo" userId="f366678c-3975-4660-b4b5-82ae6bfd5c96" providerId="ADAL" clId="{37B399F5-3952-4CE5-99EF-0C55C92A3E97}" dt="2026-03-24T11:28:52.792" v="11739" actId="20577"/>
        <pc:sldMkLst>
          <pc:docMk/>
          <pc:sldMk cId="4276836051" sldId="265"/>
        </pc:sldMkLst>
        <pc:spChg chg="mod">
          <ac:chgData name="Angelo Attivissimo" userId="f366678c-3975-4660-b4b5-82ae6bfd5c96" providerId="ADAL" clId="{37B399F5-3952-4CE5-99EF-0C55C92A3E97}" dt="2026-03-23T21:43:37.600" v="11388" actId="20577"/>
          <ac:spMkLst>
            <pc:docMk/>
            <pc:sldMk cId="4276836051" sldId="265"/>
            <ac:spMk id="2" creationId="{6F652DEF-3B47-1EAF-E0E3-90D9A556CA40}"/>
          </ac:spMkLst>
        </pc:spChg>
        <pc:spChg chg="mod">
          <ac:chgData name="Angelo Attivissimo" userId="f366678c-3975-4660-b4b5-82ae6bfd5c96" providerId="ADAL" clId="{37B399F5-3952-4CE5-99EF-0C55C92A3E97}" dt="2026-03-20T21:19:19.912" v="8873" actId="20577"/>
          <ac:spMkLst>
            <pc:docMk/>
            <pc:sldMk cId="4276836051" sldId="265"/>
            <ac:spMk id="3" creationId="{BDCF31A1-7452-03E1-F391-6C9850BA8E2A}"/>
          </ac:spMkLst>
        </pc:spChg>
        <pc:spChg chg="add mod">
          <ac:chgData name="Angelo Attivissimo" userId="f366678c-3975-4660-b4b5-82ae6bfd5c96" providerId="ADAL" clId="{37B399F5-3952-4CE5-99EF-0C55C92A3E97}" dt="2026-03-21T16:54:33.503" v="9301" actId="20577"/>
          <ac:spMkLst>
            <pc:docMk/>
            <pc:sldMk cId="4276836051" sldId="265"/>
            <ac:spMk id="6" creationId="{C5EC8375-E3A0-1EB9-5420-4E86A25702A4}"/>
          </ac:spMkLst>
        </pc:spChg>
        <pc:spChg chg="add mod">
          <ac:chgData name="Angelo Attivissimo" userId="f366678c-3975-4660-b4b5-82ae6bfd5c96" providerId="ADAL" clId="{37B399F5-3952-4CE5-99EF-0C55C92A3E97}" dt="2026-03-16T22:15:09.375" v="4198" actId="1076"/>
          <ac:spMkLst>
            <pc:docMk/>
            <pc:sldMk cId="4276836051" sldId="265"/>
            <ac:spMk id="7" creationId="{D3B0DE86-CF83-11F2-9F68-5FFF95BE3BAD}"/>
          </ac:spMkLst>
        </pc:spChg>
        <pc:spChg chg="add mod">
          <ac:chgData name="Angelo Attivissimo" userId="f366678c-3975-4660-b4b5-82ae6bfd5c96" providerId="ADAL" clId="{37B399F5-3952-4CE5-99EF-0C55C92A3E97}" dt="2026-03-16T22:15:09.375" v="4198" actId="1076"/>
          <ac:spMkLst>
            <pc:docMk/>
            <pc:sldMk cId="4276836051" sldId="265"/>
            <ac:spMk id="8" creationId="{19C7DDA1-E738-2879-503B-873C2D2E6DA3}"/>
          </ac:spMkLst>
        </pc:spChg>
        <pc:spChg chg="add mod">
          <ac:chgData name="Angelo Attivissimo" userId="f366678c-3975-4660-b4b5-82ae6bfd5c96" providerId="ADAL" clId="{37B399F5-3952-4CE5-99EF-0C55C92A3E97}" dt="2026-03-16T22:15:09.375" v="4198" actId="1076"/>
          <ac:spMkLst>
            <pc:docMk/>
            <pc:sldMk cId="4276836051" sldId="265"/>
            <ac:spMk id="11" creationId="{3D1C52AC-528F-F5C2-12E4-E19F3D4EF6A8}"/>
          </ac:spMkLst>
        </pc:spChg>
        <pc:spChg chg="add mod">
          <ac:chgData name="Angelo Attivissimo" userId="f366678c-3975-4660-b4b5-82ae6bfd5c96" providerId="ADAL" clId="{37B399F5-3952-4CE5-99EF-0C55C92A3E97}" dt="2026-03-16T22:15:09.375" v="4198" actId="1076"/>
          <ac:spMkLst>
            <pc:docMk/>
            <pc:sldMk cId="4276836051" sldId="265"/>
            <ac:spMk id="12" creationId="{EFCF9D8F-5216-A5C6-EAFB-23A6898036AC}"/>
          </ac:spMkLst>
        </pc:spChg>
        <pc:spChg chg="add mod">
          <ac:chgData name="Angelo Attivissimo" userId="f366678c-3975-4660-b4b5-82ae6bfd5c96" providerId="ADAL" clId="{37B399F5-3952-4CE5-99EF-0C55C92A3E97}" dt="2026-03-16T22:15:09.375" v="4198" actId="1076"/>
          <ac:spMkLst>
            <pc:docMk/>
            <pc:sldMk cId="4276836051" sldId="265"/>
            <ac:spMk id="13" creationId="{9EC78917-01FD-518C-05BB-5C3651DFF9CF}"/>
          </ac:spMkLst>
        </pc:spChg>
        <pc:spChg chg="add mod">
          <ac:chgData name="Angelo Attivissimo" userId="f366678c-3975-4660-b4b5-82ae6bfd5c96" providerId="ADAL" clId="{37B399F5-3952-4CE5-99EF-0C55C92A3E97}" dt="2026-03-16T22:15:09.375" v="4198" actId="1076"/>
          <ac:spMkLst>
            <pc:docMk/>
            <pc:sldMk cId="4276836051" sldId="265"/>
            <ac:spMk id="15" creationId="{D86BCEF3-B524-8720-D4D6-6127875B797E}"/>
          </ac:spMkLst>
        </pc:spChg>
        <pc:picChg chg="add mod ord">
          <ac:chgData name="Angelo Attivissimo" userId="f366678c-3975-4660-b4b5-82ae6bfd5c96" providerId="ADAL" clId="{37B399F5-3952-4CE5-99EF-0C55C92A3E97}" dt="2026-03-16T23:16:01.059" v="4378" actId="167"/>
          <ac:picMkLst>
            <pc:docMk/>
            <pc:sldMk cId="4276836051" sldId="265"/>
            <ac:picMk id="25" creationId="{0EEB8EA7-B0C1-E055-6F97-32EDCE0D048B}"/>
          </ac:picMkLst>
        </pc:picChg>
        <pc:cxnChg chg="add mod">
          <ac:chgData name="Angelo Attivissimo" userId="f366678c-3975-4660-b4b5-82ae6bfd5c96" providerId="ADAL" clId="{37B399F5-3952-4CE5-99EF-0C55C92A3E97}" dt="2026-03-16T22:15:09.375" v="4198" actId="1076"/>
          <ac:cxnSpMkLst>
            <pc:docMk/>
            <pc:sldMk cId="4276836051" sldId="265"/>
            <ac:cxnSpMk id="17" creationId="{E2D3EE65-2AD9-907A-B6CD-7ADA8CCA28CB}"/>
          </ac:cxnSpMkLst>
        </pc:cxnChg>
        <pc:cxnChg chg="add mod">
          <ac:chgData name="Angelo Attivissimo" userId="f366678c-3975-4660-b4b5-82ae6bfd5c96" providerId="ADAL" clId="{37B399F5-3952-4CE5-99EF-0C55C92A3E97}" dt="2026-03-16T22:15:09.375" v="4198" actId="1076"/>
          <ac:cxnSpMkLst>
            <pc:docMk/>
            <pc:sldMk cId="4276836051" sldId="265"/>
            <ac:cxnSpMk id="18" creationId="{C5DF5A0D-5D79-E784-E3BB-440C03179979}"/>
          </ac:cxnSpMkLst>
        </pc:cxnChg>
        <pc:cxnChg chg="add mod">
          <ac:chgData name="Angelo Attivissimo" userId="f366678c-3975-4660-b4b5-82ae6bfd5c96" providerId="ADAL" clId="{37B399F5-3952-4CE5-99EF-0C55C92A3E97}" dt="2026-03-16T22:15:09.375" v="4198" actId="1076"/>
          <ac:cxnSpMkLst>
            <pc:docMk/>
            <pc:sldMk cId="4276836051" sldId="265"/>
            <ac:cxnSpMk id="19" creationId="{5031F275-5D2C-256D-E96F-0233AD0421DF}"/>
          </ac:cxnSpMkLst>
        </pc:cxnChg>
        <pc:cxnChg chg="add mod">
          <ac:chgData name="Angelo Attivissimo" userId="f366678c-3975-4660-b4b5-82ae6bfd5c96" providerId="ADAL" clId="{37B399F5-3952-4CE5-99EF-0C55C92A3E97}" dt="2026-03-16T22:15:09.375" v="4198" actId="1076"/>
          <ac:cxnSpMkLst>
            <pc:docMk/>
            <pc:sldMk cId="4276836051" sldId="265"/>
            <ac:cxnSpMk id="20" creationId="{43E0E147-C112-FA7D-A8F7-60C74E0E7E73}"/>
          </ac:cxnSpMkLst>
        </pc:cxnChg>
      </pc:sldChg>
      <pc:sldChg chg="addSp delSp modSp new mod modAnim modNotesTx">
        <pc:chgData name="Angelo Attivissimo" userId="f366678c-3975-4660-b4b5-82ae6bfd5c96" providerId="ADAL" clId="{37B399F5-3952-4CE5-99EF-0C55C92A3E97}" dt="2026-03-24T11:55:52.533" v="11866" actId="20577"/>
        <pc:sldMkLst>
          <pc:docMk/>
          <pc:sldMk cId="3345456151" sldId="266"/>
        </pc:sldMkLst>
        <pc:spChg chg="mod">
          <ac:chgData name="Angelo Attivissimo" userId="f366678c-3975-4660-b4b5-82ae6bfd5c96" providerId="ADAL" clId="{37B399F5-3952-4CE5-99EF-0C55C92A3E97}" dt="2026-03-23T21:44:43.104" v="11397" actId="20577"/>
          <ac:spMkLst>
            <pc:docMk/>
            <pc:sldMk cId="3345456151" sldId="266"/>
            <ac:spMk id="2" creationId="{465613E0-023A-73A0-B020-F44A25DBF4FE}"/>
          </ac:spMkLst>
        </pc:spChg>
        <pc:spChg chg="mod">
          <ac:chgData name="Angelo Attivissimo" userId="f366678c-3975-4660-b4b5-82ae6bfd5c96" providerId="ADAL" clId="{37B399F5-3952-4CE5-99EF-0C55C92A3E97}" dt="2026-03-20T21:20:26.616" v="8896" actId="20577"/>
          <ac:spMkLst>
            <pc:docMk/>
            <pc:sldMk cId="3345456151" sldId="266"/>
            <ac:spMk id="3" creationId="{DA76BDFD-AFC9-5F55-55D3-D252C5A27EC0}"/>
          </ac:spMkLst>
        </pc:spChg>
        <pc:spChg chg="add mod">
          <ac:chgData name="Angelo Attivissimo" userId="f366678c-3975-4660-b4b5-82ae6bfd5c96" providerId="ADAL" clId="{37B399F5-3952-4CE5-99EF-0C55C92A3E97}" dt="2026-03-20T21:20:29.738" v="8897" actId="113"/>
          <ac:spMkLst>
            <pc:docMk/>
            <pc:sldMk cId="3345456151" sldId="266"/>
            <ac:spMk id="14" creationId="{8273179A-4D1B-825C-8EB2-844C419C3B27}"/>
          </ac:spMkLst>
        </pc:spChg>
        <pc:spChg chg="add mod">
          <ac:chgData name="Angelo Attivissimo" userId="f366678c-3975-4660-b4b5-82ae6bfd5c96" providerId="ADAL" clId="{37B399F5-3952-4CE5-99EF-0C55C92A3E97}" dt="2026-03-24T11:55:52.533" v="11866" actId="20577"/>
          <ac:spMkLst>
            <pc:docMk/>
            <pc:sldMk cId="3345456151" sldId="266"/>
            <ac:spMk id="15" creationId="{FB3EC6CE-E62D-493B-28C2-0BF0EA331F50}"/>
          </ac:spMkLst>
        </pc:spChg>
        <pc:spChg chg="add mod">
          <ac:chgData name="Angelo Attivissimo" userId="f366678c-3975-4660-b4b5-82ae6bfd5c96" providerId="ADAL" clId="{37B399F5-3952-4CE5-99EF-0C55C92A3E97}" dt="2026-03-23T21:12:41.260" v="11106"/>
          <ac:spMkLst>
            <pc:docMk/>
            <pc:sldMk cId="3345456151" sldId="266"/>
            <ac:spMk id="20" creationId="{54CFB4C5-5933-2A09-1EFA-68E502417CEB}"/>
          </ac:spMkLst>
        </pc:spChg>
        <pc:spChg chg="add mod">
          <ac:chgData name="Angelo Attivissimo" userId="f366678c-3975-4660-b4b5-82ae6bfd5c96" providerId="ADAL" clId="{37B399F5-3952-4CE5-99EF-0C55C92A3E97}" dt="2026-03-23T21:12:41.260" v="11106"/>
          <ac:spMkLst>
            <pc:docMk/>
            <pc:sldMk cId="3345456151" sldId="266"/>
            <ac:spMk id="25" creationId="{204A44FF-F127-1D6C-00B9-3293CEFD2668}"/>
          </ac:spMkLst>
        </pc:spChg>
        <pc:spChg chg="add mod">
          <ac:chgData name="Angelo Attivissimo" userId="f366678c-3975-4660-b4b5-82ae6bfd5c96" providerId="ADAL" clId="{37B399F5-3952-4CE5-99EF-0C55C92A3E97}" dt="2026-03-23T21:12:41.260" v="11106"/>
          <ac:spMkLst>
            <pc:docMk/>
            <pc:sldMk cId="3345456151" sldId="266"/>
            <ac:spMk id="27" creationId="{0660B66E-EC61-FBBE-6977-73DBE0F7E870}"/>
          </ac:spMkLst>
        </pc:spChg>
        <pc:spChg chg="add mod">
          <ac:chgData name="Angelo Attivissimo" userId="f366678c-3975-4660-b4b5-82ae6bfd5c96" providerId="ADAL" clId="{37B399F5-3952-4CE5-99EF-0C55C92A3E97}" dt="2026-03-23T21:12:41.260" v="11106"/>
          <ac:spMkLst>
            <pc:docMk/>
            <pc:sldMk cId="3345456151" sldId="266"/>
            <ac:spMk id="29" creationId="{A40D4B11-7DA1-7F49-5223-A9E5F4F56124}"/>
          </ac:spMkLst>
        </pc:spChg>
        <pc:spChg chg="add mod">
          <ac:chgData name="Angelo Attivissimo" userId="f366678c-3975-4660-b4b5-82ae6bfd5c96" providerId="ADAL" clId="{37B399F5-3952-4CE5-99EF-0C55C92A3E97}" dt="2026-03-23T21:12:41.260" v="11106"/>
          <ac:spMkLst>
            <pc:docMk/>
            <pc:sldMk cId="3345456151" sldId="266"/>
            <ac:spMk id="43" creationId="{E8652AE4-6760-2197-E124-B72AD147F06B}"/>
          </ac:spMkLst>
        </pc:spChg>
        <pc:spChg chg="add mod">
          <ac:chgData name="Angelo Attivissimo" userId="f366678c-3975-4660-b4b5-82ae6bfd5c96" providerId="ADAL" clId="{37B399F5-3952-4CE5-99EF-0C55C92A3E97}" dt="2026-03-23T21:12:41.260" v="11106"/>
          <ac:spMkLst>
            <pc:docMk/>
            <pc:sldMk cId="3345456151" sldId="266"/>
            <ac:spMk id="45" creationId="{5D890CE5-6668-9242-16EF-90D35D531596}"/>
          </ac:spMkLst>
        </pc:spChg>
        <pc:spChg chg="add mod">
          <ac:chgData name="Angelo Attivissimo" userId="f366678c-3975-4660-b4b5-82ae6bfd5c96" providerId="ADAL" clId="{37B399F5-3952-4CE5-99EF-0C55C92A3E97}" dt="2026-03-23T21:12:41.260" v="11106"/>
          <ac:spMkLst>
            <pc:docMk/>
            <pc:sldMk cId="3345456151" sldId="266"/>
            <ac:spMk id="48" creationId="{505E896A-CB74-60ED-389F-225872C10166}"/>
          </ac:spMkLst>
        </pc:spChg>
        <pc:spChg chg="add mod">
          <ac:chgData name="Angelo Attivissimo" userId="f366678c-3975-4660-b4b5-82ae6bfd5c96" providerId="ADAL" clId="{37B399F5-3952-4CE5-99EF-0C55C92A3E97}" dt="2026-03-23T21:12:41.260" v="11106"/>
          <ac:spMkLst>
            <pc:docMk/>
            <pc:sldMk cId="3345456151" sldId="266"/>
            <ac:spMk id="49" creationId="{469A5E41-4968-374D-CD37-F414570546D8}"/>
          </ac:spMkLst>
        </pc:spChg>
        <pc:spChg chg="add mod">
          <ac:chgData name="Angelo Attivissimo" userId="f366678c-3975-4660-b4b5-82ae6bfd5c96" providerId="ADAL" clId="{37B399F5-3952-4CE5-99EF-0C55C92A3E97}" dt="2026-03-23T21:12:41.260" v="11106"/>
          <ac:spMkLst>
            <pc:docMk/>
            <pc:sldMk cId="3345456151" sldId="266"/>
            <ac:spMk id="50" creationId="{201586E4-9F27-10BF-7312-0F3DB074654D}"/>
          </ac:spMkLst>
        </pc:spChg>
        <pc:spChg chg="add mod">
          <ac:chgData name="Angelo Attivissimo" userId="f366678c-3975-4660-b4b5-82ae6bfd5c96" providerId="ADAL" clId="{37B399F5-3952-4CE5-99EF-0C55C92A3E97}" dt="2026-03-23T21:12:41.260" v="11106"/>
          <ac:spMkLst>
            <pc:docMk/>
            <pc:sldMk cId="3345456151" sldId="266"/>
            <ac:spMk id="1024" creationId="{A7710A70-EC87-2AE1-3293-AE0CF270BA18}"/>
          </ac:spMkLst>
        </pc:spChg>
        <pc:spChg chg="mod">
          <ac:chgData name="Angelo Attivissimo" userId="f366678c-3975-4660-b4b5-82ae6bfd5c96" providerId="ADAL" clId="{37B399F5-3952-4CE5-99EF-0C55C92A3E97}" dt="2026-03-23T21:13:01.466" v="11107" actId="1076"/>
          <ac:spMkLst>
            <pc:docMk/>
            <pc:sldMk cId="3345456151" sldId="266"/>
            <ac:spMk id="1025" creationId="{BD68848D-2E8E-2EB1-7277-4DB95B0B4EAA}"/>
          </ac:spMkLst>
        </pc:spChg>
      </pc:sldChg>
      <pc:sldChg chg="addSp delSp modSp new mod">
        <pc:chgData name="Angelo Attivissimo" userId="f366678c-3975-4660-b4b5-82ae6bfd5c96" providerId="ADAL" clId="{37B399F5-3952-4CE5-99EF-0C55C92A3E97}" dt="2026-03-23T21:44:46.321" v="11400" actId="20577"/>
        <pc:sldMkLst>
          <pc:docMk/>
          <pc:sldMk cId="2487785466" sldId="267"/>
        </pc:sldMkLst>
        <pc:spChg chg="mod">
          <ac:chgData name="Angelo Attivissimo" userId="f366678c-3975-4660-b4b5-82ae6bfd5c96" providerId="ADAL" clId="{37B399F5-3952-4CE5-99EF-0C55C92A3E97}" dt="2026-03-23T21:44:46.321" v="11400" actId="20577"/>
          <ac:spMkLst>
            <pc:docMk/>
            <pc:sldMk cId="2487785466" sldId="267"/>
            <ac:spMk id="2" creationId="{65BB80DB-095A-3570-754C-0036618BC88F}"/>
          </ac:spMkLst>
        </pc:spChg>
        <pc:spChg chg="mod">
          <ac:chgData name="Angelo Attivissimo" userId="f366678c-3975-4660-b4b5-82ae6bfd5c96" providerId="ADAL" clId="{37B399F5-3952-4CE5-99EF-0C55C92A3E97}" dt="2026-03-14T17:52:33.128" v="1859" actId="14100"/>
          <ac:spMkLst>
            <pc:docMk/>
            <pc:sldMk cId="2487785466" sldId="267"/>
            <ac:spMk id="3" creationId="{A6703D1A-3A3E-322C-F77D-D14F40C425FC}"/>
          </ac:spMkLst>
        </pc:spChg>
        <pc:spChg chg="add mod ord">
          <ac:chgData name="Angelo Attivissimo" userId="f366678c-3975-4660-b4b5-82ae6bfd5c96" providerId="ADAL" clId="{37B399F5-3952-4CE5-99EF-0C55C92A3E97}" dt="2026-03-23T21:12:30.969" v="11104" actId="166"/>
          <ac:spMkLst>
            <pc:docMk/>
            <pc:sldMk cId="2487785466" sldId="267"/>
            <ac:spMk id="5" creationId="{8EB8996F-E7CD-89F3-9897-4A395CB6819F}"/>
          </ac:spMkLst>
        </pc:spChg>
        <pc:spChg chg="add mod">
          <ac:chgData name="Angelo Attivissimo" userId="f366678c-3975-4660-b4b5-82ae6bfd5c96" providerId="ADAL" clId="{37B399F5-3952-4CE5-99EF-0C55C92A3E97}" dt="2026-03-23T21:12:27.572" v="11103"/>
          <ac:spMkLst>
            <pc:docMk/>
            <pc:sldMk cId="2487785466" sldId="267"/>
            <ac:spMk id="88" creationId="{48C4765E-3728-7A69-2E39-8BF7A81D421A}"/>
          </ac:spMkLst>
        </pc:spChg>
        <pc:spChg chg="add mod">
          <ac:chgData name="Angelo Attivissimo" userId="f366678c-3975-4660-b4b5-82ae6bfd5c96" providerId="ADAL" clId="{37B399F5-3952-4CE5-99EF-0C55C92A3E97}" dt="2026-03-23T21:12:27.572" v="11103"/>
          <ac:spMkLst>
            <pc:docMk/>
            <pc:sldMk cId="2487785466" sldId="267"/>
            <ac:spMk id="90" creationId="{C1230BC3-5C4B-68AC-2965-4C8A73B3E586}"/>
          </ac:spMkLst>
        </pc:spChg>
        <pc:spChg chg="add mod">
          <ac:chgData name="Angelo Attivissimo" userId="f366678c-3975-4660-b4b5-82ae6bfd5c96" providerId="ADAL" clId="{37B399F5-3952-4CE5-99EF-0C55C92A3E97}" dt="2026-03-23T21:12:27.572" v="11103"/>
          <ac:spMkLst>
            <pc:docMk/>
            <pc:sldMk cId="2487785466" sldId="267"/>
            <ac:spMk id="93" creationId="{AFF2FCAD-5EE0-499A-670F-43C543904836}"/>
          </ac:spMkLst>
        </pc:spChg>
        <pc:spChg chg="add mod">
          <ac:chgData name="Angelo Attivissimo" userId="f366678c-3975-4660-b4b5-82ae6bfd5c96" providerId="ADAL" clId="{37B399F5-3952-4CE5-99EF-0C55C92A3E97}" dt="2026-03-23T21:12:27.572" v="11103"/>
          <ac:spMkLst>
            <pc:docMk/>
            <pc:sldMk cId="2487785466" sldId="267"/>
            <ac:spMk id="105" creationId="{21E057E3-E4A1-92D9-0D5E-833DD6E14E83}"/>
          </ac:spMkLst>
        </pc:spChg>
        <pc:spChg chg="add mod">
          <ac:chgData name="Angelo Attivissimo" userId="f366678c-3975-4660-b4b5-82ae6bfd5c96" providerId="ADAL" clId="{37B399F5-3952-4CE5-99EF-0C55C92A3E97}" dt="2026-03-23T21:12:27.572" v="11103"/>
          <ac:spMkLst>
            <pc:docMk/>
            <pc:sldMk cId="2487785466" sldId="267"/>
            <ac:spMk id="106" creationId="{66A2ED51-DA07-011D-6822-3D5E685604FD}"/>
          </ac:spMkLst>
        </pc:spChg>
        <pc:spChg chg="add mod">
          <ac:chgData name="Angelo Attivissimo" userId="f366678c-3975-4660-b4b5-82ae6bfd5c96" providerId="ADAL" clId="{37B399F5-3952-4CE5-99EF-0C55C92A3E97}" dt="2026-03-23T21:12:27.572" v="11103"/>
          <ac:spMkLst>
            <pc:docMk/>
            <pc:sldMk cId="2487785466" sldId="267"/>
            <ac:spMk id="108" creationId="{B704456B-93BE-1FE9-14AB-7782704D03E7}"/>
          </ac:spMkLst>
        </pc:spChg>
        <pc:spChg chg="add mod">
          <ac:chgData name="Angelo Attivissimo" userId="f366678c-3975-4660-b4b5-82ae6bfd5c96" providerId="ADAL" clId="{37B399F5-3952-4CE5-99EF-0C55C92A3E97}" dt="2026-03-23T21:12:27.572" v="11103"/>
          <ac:spMkLst>
            <pc:docMk/>
            <pc:sldMk cId="2487785466" sldId="267"/>
            <ac:spMk id="110" creationId="{EA696F9A-1743-2B17-568A-FA6AAF9CD778}"/>
          </ac:spMkLst>
        </pc:spChg>
        <pc:spChg chg="add mod">
          <ac:chgData name="Angelo Attivissimo" userId="f366678c-3975-4660-b4b5-82ae6bfd5c96" providerId="ADAL" clId="{37B399F5-3952-4CE5-99EF-0C55C92A3E97}" dt="2026-03-23T21:12:27.572" v="11103"/>
          <ac:spMkLst>
            <pc:docMk/>
            <pc:sldMk cId="2487785466" sldId="267"/>
            <ac:spMk id="120" creationId="{BA3827BB-D31A-1C89-02F7-C58231599BA5}"/>
          </ac:spMkLst>
        </pc:spChg>
        <pc:spChg chg="add mod">
          <ac:chgData name="Angelo Attivissimo" userId="f366678c-3975-4660-b4b5-82ae6bfd5c96" providerId="ADAL" clId="{37B399F5-3952-4CE5-99EF-0C55C92A3E97}" dt="2026-03-23T21:12:27.572" v="11103"/>
          <ac:spMkLst>
            <pc:docMk/>
            <pc:sldMk cId="2487785466" sldId="267"/>
            <ac:spMk id="121" creationId="{ADA21020-87D8-35C6-48BA-60C95BB43A1D}"/>
          </ac:spMkLst>
        </pc:spChg>
        <pc:spChg chg="add mod">
          <ac:chgData name="Angelo Attivissimo" userId="f366678c-3975-4660-b4b5-82ae6bfd5c96" providerId="ADAL" clId="{37B399F5-3952-4CE5-99EF-0C55C92A3E97}" dt="2026-03-23T21:12:27.572" v="11103"/>
          <ac:spMkLst>
            <pc:docMk/>
            <pc:sldMk cId="2487785466" sldId="267"/>
            <ac:spMk id="126" creationId="{6B8F925C-FA76-4050-172A-CCEAAF067D21}"/>
          </ac:spMkLst>
        </pc:spChg>
        <pc:spChg chg="add mod">
          <ac:chgData name="Angelo Attivissimo" userId="f366678c-3975-4660-b4b5-82ae6bfd5c96" providerId="ADAL" clId="{37B399F5-3952-4CE5-99EF-0C55C92A3E97}" dt="2026-03-23T21:13:08.252" v="11109"/>
          <ac:spMkLst>
            <pc:docMk/>
            <pc:sldMk cId="2487785466" sldId="267"/>
            <ac:spMk id="128" creationId="{455AF97A-A426-9576-2A48-32654DD32BEA}"/>
          </ac:spMkLst>
        </pc:spChg>
      </pc:sldChg>
      <pc:sldChg chg="addSp delSp modSp new mod delAnim modAnim modNotesTx">
        <pc:chgData name="Angelo Attivissimo" userId="f366678c-3975-4660-b4b5-82ae6bfd5c96" providerId="ADAL" clId="{37B399F5-3952-4CE5-99EF-0C55C92A3E97}" dt="2026-03-24T21:48:30.123" v="12780" actId="20577"/>
        <pc:sldMkLst>
          <pc:docMk/>
          <pc:sldMk cId="3098597284" sldId="269"/>
        </pc:sldMkLst>
        <pc:spChg chg="mod">
          <ac:chgData name="Angelo Attivissimo" userId="f366678c-3975-4660-b4b5-82ae6bfd5c96" providerId="ADAL" clId="{37B399F5-3952-4CE5-99EF-0C55C92A3E97}" dt="2026-03-23T21:44:49.367" v="11403" actId="20577"/>
          <ac:spMkLst>
            <pc:docMk/>
            <pc:sldMk cId="3098597284" sldId="269"/>
            <ac:spMk id="2" creationId="{2D080BE0-D422-E6E6-60EC-C1936E6C823B}"/>
          </ac:spMkLst>
        </pc:spChg>
        <pc:spChg chg="mod">
          <ac:chgData name="Angelo Attivissimo" userId="f366678c-3975-4660-b4b5-82ae6bfd5c96" providerId="ADAL" clId="{37B399F5-3952-4CE5-99EF-0C55C92A3E97}" dt="2026-03-14T17:53:24.798" v="1863" actId="14100"/>
          <ac:spMkLst>
            <pc:docMk/>
            <pc:sldMk cId="3098597284" sldId="269"/>
            <ac:spMk id="3" creationId="{0D46A9C2-70A9-A0F9-7361-BA3D40BC073B}"/>
          </ac:spMkLst>
        </pc:spChg>
        <pc:spChg chg="add mod">
          <ac:chgData name="Angelo Attivissimo" userId="f366678c-3975-4660-b4b5-82ae6bfd5c96" providerId="ADAL" clId="{37B399F5-3952-4CE5-99EF-0C55C92A3E97}" dt="2026-03-18T10:42:08.870" v="7438" actId="1076"/>
          <ac:spMkLst>
            <pc:docMk/>
            <pc:sldMk cId="3098597284" sldId="269"/>
            <ac:spMk id="7" creationId="{3FF66D7C-FC09-9BCC-EB82-715CB384CC16}"/>
          </ac:spMkLst>
        </pc:spChg>
        <pc:spChg chg="add mod">
          <ac:chgData name="Angelo Attivissimo" userId="f366678c-3975-4660-b4b5-82ae6bfd5c96" providerId="ADAL" clId="{37B399F5-3952-4CE5-99EF-0C55C92A3E97}" dt="2026-03-15T14:32:17.470" v="2682" actId="1076"/>
          <ac:spMkLst>
            <pc:docMk/>
            <pc:sldMk cId="3098597284" sldId="269"/>
            <ac:spMk id="8" creationId="{CB89016C-5A87-2C31-8AA0-DF6C1EE83050}"/>
          </ac:spMkLst>
        </pc:spChg>
        <pc:spChg chg="add mod">
          <ac:chgData name="Angelo Attivissimo" userId="f366678c-3975-4660-b4b5-82ae6bfd5c96" providerId="ADAL" clId="{37B399F5-3952-4CE5-99EF-0C55C92A3E97}" dt="2026-03-18T10:42:08.870" v="7438" actId="1076"/>
          <ac:spMkLst>
            <pc:docMk/>
            <pc:sldMk cId="3098597284" sldId="269"/>
            <ac:spMk id="14" creationId="{C134AEEB-BE3D-8CE0-705E-D6B719C52C22}"/>
          </ac:spMkLst>
        </pc:spChg>
        <pc:spChg chg="add mod">
          <ac:chgData name="Angelo Attivissimo" userId="f366678c-3975-4660-b4b5-82ae6bfd5c96" providerId="ADAL" clId="{37B399F5-3952-4CE5-99EF-0C55C92A3E97}" dt="2026-03-16T22:41:51.948" v="4240" actId="255"/>
          <ac:spMkLst>
            <pc:docMk/>
            <pc:sldMk cId="3098597284" sldId="269"/>
            <ac:spMk id="19" creationId="{8709E6EF-0A03-7052-6602-6EEE576699F2}"/>
          </ac:spMkLst>
        </pc:spChg>
        <pc:spChg chg="add mod">
          <ac:chgData name="Angelo Attivissimo" userId="f366678c-3975-4660-b4b5-82ae6bfd5c96" providerId="ADAL" clId="{37B399F5-3952-4CE5-99EF-0C55C92A3E97}" dt="2026-03-18T10:42:08.870" v="7438" actId="1076"/>
          <ac:spMkLst>
            <pc:docMk/>
            <pc:sldMk cId="3098597284" sldId="269"/>
            <ac:spMk id="24" creationId="{4807EA3D-A32E-5E00-080A-468770741D85}"/>
          </ac:spMkLst>
        </pc:spChg>
        <pc:spChg chg="add mod">
          <ac:chgData name="Angelo Attivissimo" userId="f366678c-3975-4660-b4b5-82ae6bfd5c96" providerId="ADAL" clId="{37B399F5-3952-4CE5-99EF-0C55C92A3E97}" dt="2026-03-18T10:42:08.870" v="7438" actId="1076"/>
          <ac:spMkLst>
            <pc:docMk/>
            <pc:sldMk cId="3098597284" sldId="269"/>
            <ac:spMk id="25" creationId="{07ACE75C-BDE0-6F9C-9630-2A43715A1FA8}"/>
          </ac:spMkLst>
        </pc:spChg>
        <pc:spChg chg="add mod">
          <ac:chgData name="Angelo Attivissimo" userId="f366678c-3975-4660-b4b5-82ae6bfd5c96" providerId="ADAL" clId="{37B399F5-3952-4CE5-99EF-0C55C92A3E97}" dt="2026-03-18T10:42:08.870" v="7438" actId="1076"/>
          <ac:spMkLst>
            <pc:docMk/>
            <pc:sldMk cId="3098597284" sldId="269"/>
            <ac:spMk id="30" creationId="{F4A85819-511C-FC23-39B4-BBB08E4413EC}"/>
          </ac:spMkLst>
        </pc:spChg>
        <pc:spChg chg="add mod">
          <ac:chgData name="Angelo Attivissimo" userId="f366678c-3975-4660-b4b5-82ae6bfd5c96" providerId="ADAL" clId="{37B399F5-3952-4CE5-99EF-0C55C92A3E97}" dt="2026-03-16T22:51:35.141" v="4310" actId="14100"/>
          <ac:spMkLst>
            <pc:docMk/>
            <pc:sldMk cId="3098597284" sldId="269"/>
            <ac:spMk id="31" creationId="{BC9F4FC2-773D-3503-BB4E-D052BF2AC243}"/>
          </ac:spMkLst>
        </pc:spChg>
        <pc:spChg chg="add mod">
          <ac:chgData name="Angelo Attivissimo" userId="f366678c-3975-4660-b4b5-82ae6bfd5c96" providerId="ADAL" clId="{37B399F5-3952-4CE5-99EF-0C55C92A3E97}" dt="2026-03-16T22:51:53.884" v="4313" actId="14100"/>
          <ac:spMkLst>
            <pc:docMk/>
            <pc:sldMk cId="3098597284" sldId="269"/>
            <ac:spMk id="32" creationId="{C2073E2C-8ECF-8CEE-D8C1-2C5F62431805}"/>
          </ac:spMkLst>
        </pc:spChg>
        <pc:spChg chg="add mod">
          <ac:chgData name="Angelo Attivissimo" userId="f366678c-3975-4660-b4b5-82ae6bfd5c96" providerId="ADAL" clId="{37B399F5-3952-4CE5-99EF-0C55C92A3E97}" dt="2026-03-18T10:42:08.870" v="7438" actId="1076"/>
          <ac:spMkLst>
            <pc:docMk/>
            <pc:sldMk cId="3098597284" sldId="269"/>
            <ac:spMk id="33" creationId="{51A34405-CC12-3734-4ABA-D78AE654CDD1}"/>
          </ac:spMkLst>
        </pc:spChg>
        <pc:spChg chg="add mod">
          <ac:chgData name="Angelo Attivissimo" userId="f366678c-3975-4660-b4b5-82ae6bfd5c96" providerId="ADAL" clId="{37B399F5-3952-4CE5-99EF-0C55C92A3E97}" dt="2026-03-16T22:41:11.457" v="4235" actId="1076"/>
          <ac:spMkLst>
            <pc:docMk/>
            <pc:sldMk cId="3098597284" sldId="269"/>
            <ac:spMk id="45" creationId="{86AB557B-2133-577B-9E9B-78B961CB94DF}"/>
          </ac:spMkLst>
        </pc:spChg>
        <pc:spChg chg="add mod">
          <ac:chgData name="Angelo Attivissimo" userId="f366678c-3975-4660-b4b5-82ae6bfd5c96" providerId="ADAL" clId="{37B399F5-3952-4CE5-99EF-0C55C92A3E97}" dt="2026-03-18T10:42:08.870" v="7438" actId="1076"/>
          <ac:spMkLst>
            <pc:docMk/>
            <pc:sldMk cId="3098597284" sldId="269"/>
            <ac:spMk id="53" creationId="{37DE9D25-D574-B9F1-746B-C2107257DE98}"/>
          </ac:spMkLst>
        </pc:spChg>
        <pc:spChg chg="add mod">
          <ac:chgData name="Angelo Attivissimo" userId="f366678c-3975-4660-b4b5-82ae6bfd5c96" providerId="ADAL" clId="{37B399F5-3952-4CE5-99EF-0C55C92A3E97}" dt="2026-03-22T15:01:29.824" v="9726" actId="1076"/>
          <ac:spMkLst>
            <pc:docMk/>
            <pc:sldMk cId="3098597284" sldId="269"/>
            <ac:spMk id="76" creationId="{96E80A20-A723-C392-E07B-302AB66B7EAE}"/>
          </ac:spMkLst>
        </pc:spChg>
        <pc:spChg chg="add mod">
          <ac:chgData name="Angelo Attivissimo" userId="f366678c-3975-4660-b4b5-82ae6bfd5c96" providerId="ADAL" clId="{37B399F5-3952-4CE5-99EF-0C55C92A3E97}" dt="2026-03-16T22:41:11.457" v="4235" actId="1076"/>
          <ac:spMkLst>
            <pc:docMk/>
            <pc:sldMk cId="3098597284" sldId="269"/>
            <ac:spMk id="77" creationId="{EF5CD216-6A98-0A44-6274-7A1576E0D79F}"/>
          </ac:spMkLst>
        </pc:spChg>
        <pc:spChg chg="add mod">
          <ac:chgData name="Angelo Attivissimo" userId="f366678c-3975-4660-b4b5-82ae6bfd5c96" providerId="ADAL" clId="{37B399F5-3952-4CE5-99EF-0C55C92A3E97}" dt="2026-03-22T14:44:13.050" v="9725" actId="1076"/>
          <ac:spMkLst>
            <pc:docMk/>
            <pc:sldMk cId="3098597284" sldId="269"/>
            <ac:spMk id="150" creationId="{A20345AA-AD82-19D0-BD4B-7CC0727CC365}"/>
          </ac:spMkLst>
        </pc:spChg>
        <pc:spChg chg="add mod">
          <ac:chgData name="Angelo Attivissimo" userId="f366678c-3975-4660-b4b5-82ae6bfd5c96" providerId="ADAL" clId="{37B399F5-3952-4CE5-99EF-0C55C92A3E97}" dt="2026-03-18T10:42:08.870" v="7438" actId="1076"/>
          <ac:spMkLst>
            <pc:docMk/>
            <pc:sldMk cId="3098597284" sldId="269"/>
            <ac:spMk id="158" creationId="{37D94EDB-85A2-76F6-0FC3-2E2090597AF8}"/>
          </ac:spMkLst>
        </pc:spChg>
        <pc:spChg chg="add mod">
          <ac:chgData name="Angelo Attivissimo" userId="f366678c-3975-4660-b4b5-82ae6bfd5c96" providerId="ADAL" clId="{37B399F5-3952-4CE5-99EF-0C55C92A3E97}" dt="2026-03-18T10:42:08.870" v="7438" actId="1076"/>
          <ac:spMkLst>
            <pc:docMk/>
            <pc:sldMk cId="3098597284" sldId="269"/>
            <ac:spMk id="159" creationId="{7EE6445E-1E10-49AE-8427-0E91C1F0F94A}"/>
          </ac:spMkLst>
        </pc:spChg>
        <pc:picChg chg="add mod">
          <ac:chgData name="Angelo Attivissimo" userId="f366678c-3975-4660-b4b5-82ae6bfd5c96" providerId="ADAL" clId="{37B399F5-3952-4CE5-99EF-0C55C92A3E97}" dt="2026-03-16T22:44:36.016" v="4254" actId="1076"/>
          <ac:picMkLst>
            <pc:docMk/>
            <pc:sldMk cId="3098597284" sldId="269"/>
            <ac:picMk id="6" creationId="{9EC40A02-4715-69DF-F603-4AAB19334052}"/>
          </ac:picMkLst>
        </pc:picChg>
        <pc:cxnChg chg="add mod">
          <ac:chgData name="Angelo Attivissimo" userId="f366678c-3975-4660-b4b5-82ae6bfd5c96" providerId="ADAL" clId="{37B399F5-3952-4CE5-99EF-0C55C92A3E97}" dt="2026-03-16T22:44:29.397" v="4253" actId="14100"/>
          <ac:cxnSpMkLst>
            <pc:docMk/>
            <pc:sldMk cId="3098597284" sldId="269"/>
            <ac:cxnSpMk id="13" creationId="{7E908362-7F36-6B6E-256A-1F973533E4B3}"/>
          </ac:cxnSpMkLst>
        </pc:cxnChg>
        <pc:cxnChg chg="add mod">
          <ac:chgData name="Angelo Attivissimo" userId="f366678c-3975-4660-b4b5-82ae6bfd5c96" providerId="ADAL" clId="{37B399F5-3952-4CE5-99EF-0C55C92A3E97}" dt="2026-03-15T12:48:53.057" v="2320" actId="13822"/>
          <ac:cxnSpMkLst>
            <pc:docMk/>
            <pc:sldMk cId="3098597284" sldId="269"/>
            <ac:cxnSpMk id="23" creationId="{8F660B4B-302B-4BA6-9D49-C22AD8A4F64C}"/>
          </ac:cxnSpMkLst>
        </pc:cxnChg>
        <pc:cxnChg chg="add mod">
          <ac:chgData name="Angelo Attivissimo" userId="f366678c-3975-4660-b4b5-82ae6bfd5c96" providerId="ADAL" clId="{37B399F5-3952-4CE5-99EF-0C55C92A3E97}" dt="2026-03-16T22:52:21.080" v="4317" actId="14100"/>
          <ac:cxnSpMkLst>
            <pc:docMk/>
            <pc:sldMk cId="3098597284" sldId="269"/>
            <ac:cxnSpMk id="38" creationId="{F5BB8EA4-C5A2-6778-2DC7-D6413C7A7958}"/>
          </ac:cxnSpMkLst>
        </pc:cxnChg>
        <pc:cxnChg chg="add mod">
          <ac:chgData name="Angelo Attivissimo" userId="f366678c-3975-4660-b4b5-82ae6bfd5c96" providerId="ADAL" clId="{37B399F5-3952-4CE5-99EF-0C55C92A3E97}" dt="2026-03-16T22:52:15.515" v="4316" actId="14100"/>
          <ac:cxnSpMkLst>
            <pc:docMk/>
            <pc:sldMk cId="3098597284" sldId="269"/>
            <ac:cxnSpMk id="40" creationId="{CCE63EE2-E70E-6108-7890-0A5D47828D05}"/>
          </ac:cxnSpMkLst>
        </pc:cxnChg>
        <pc:cxnChg chg="add mod">
          <ac:chgData name="Angelo Attivissimo" userId="f366678c-3975-4660-b4b5-82ae6bfd5c96" providerId="ADAL" clId="{37B399F5-3952-4CE5-99EF-0C55C92A3E97}" dt="2026-03-16T22:52:21.080" v="4317" actId="14100"/>
          <ac:cxnSpMkLst>
            <pc:docMk/>
            <pc:sldMk cId="3098597284" sldId="269"/>
            <ac:cxnSpMk id="42" creationId="{ABDBB219-CC8D-FAA3-3A05-EAAADDA74A57}"/>
          </ac:cxnSpMkLst>
        </pc:cxnChg>
        <pc:cxnChg chg="add mod">
          <ac:chgData name="Angelo Attivissimo" userId="f366678c-3975-4660-b4b5-82ae6bfd5c96" providerId="ADAL" clId="{37B399F5-3952-4CE5-99EF-0C55C92A3E97}" dt="2026-03-16T22:52:15.515" v="4316" actId="14100"/>
          <ac:cxnSpMkLst>
            <pc:docMk/>
            <pc:sldMk cId="3098597284" sldId="269"/>
            <ac:cxnSpMk id="44" creationId="{BE45EEF1-BA0F-FCB7-CEF5-4014056D00DB}"/>
          </ac:cxnSpMkLst>
        </pc:cxnChg>
        <pc:cxnChg chg="add del mod">
          <ac:chgData name="Angelo Attivissimo" userId="f366678c-3975-4660-b4b5-82ae6bfd5c96" providerId="ADAL" clId="{37B399F5-3952-4CE5-99EF-0C55C92A3E97}" dt="2026-03-16T22:51:35.141" v="4310" actId="14100"/>
          <ac:cxnSpMkLst>
            <pc:docMk/>
            <pc:sldMk cId="3098597284" sldId="269"/>
            <ac:cxnSpMk id="50" creationId="{85BA3BF7-7951-2F89-3BE7-DEF09C6B7A25}"/>
          </ac:cxnSpMkLst>
        </pc:cxnChg>
        <pc:cxnChg chg="add mod">
          <ac:chgData name="Angelo Attivissimo" userId="f366678c-3975-4660-b4b5-82ae6bfd5c96" providerId="ADAL" clId="{37B399F5-3952-4CE5-99EF-0C55C92A3E97}" dt="2026-03-16T22:51:53.884" v="4313" actId="14100"/>
          <ac:cxnSpMkLst>
            <pc:docMk/>
            <pc:sldMk cId="3098597284" sldId="269"/>
            <ac:cxnSpMk id="52" creationId="{89795F7B-AABE-3FE3-50BE-18BC8F63321B}"/>
          </ac:cxnSpMkLst>
        </pc:cxnChg>
        <pc:cxnChg chg="add mod">
          <ac:chgData name="Angelo Attivissimo" userId="f366678c-3975-4660-b4b5-82ae6bfd5c96" providerId="ADAL" clId="{37B399F5-3952-4CE5-99EF-0C55C92A3E97}" dt="2026-03-15T14:33:24.415" v="2693"/>
          <ac:cxnSpMkLst>
            <pc:docMk/>
            <pc:sldMk cId="3098597284" sldId="269"/>
            <ac:cxnSpMk id="55" creationId="{46CFFC0C-6483-A895-4887-3C8770BB1852}"/>
          </ac:cxnSpMkLst>
        </pc:cxnChg>
        <pc:cxnChg chg="add mod">
          <ac:chgData name="Angelo Attivissimo" userId="f366678c-3975-4660-b4b5-82ae6bfd5c96" providerId="ADAL" clId="{37B399F5-3952-4CE5-99EF-0C55C92A3E97}" dt="2026-03-15T14:30:33.154" v="2680" actId="14100"/>
          <ac:cxnSpMkLst>
            <pc:docMk/>
            <pc:sldMk cId="3098597284" sldId="269"/>
            <ac:cxnSpMk id="66" creationId="{77638DA3-DC3D-8C09-5669-E033DDF6BB3A}"/>
          </ac:cxnSpMkLst>
        </pc:cxnChg>
      </pc:sldChg>
      <pc:sldChg chg="addSp delSp modSp new mod">
        <pc:chgData name="Angelo Attivissimo" userId="f366678c-3975-4660-b4b5-82ae6bfd5c96" providerId="ADAL" clId="{37B399F5-3952-4CE5-99EF-0C55C92A3E97}" dt="2026-03-23T21:45:04.734" v="11406" actId="20577"/>
        <pc:sldMkLst>
          <pc:docMk/>
          <pc:sldMk cId="1242865644" sldId="270"/>
        </pc:sldMkLst>
        <pc:spChg chg="mod">
          <ac:chgData name="Angelo Attivissimo" userId="f366678c-3975-4660-b4b5-82ae6bfd5c96" providerId="ADAL" clId="{37B399F5-3952-4CE5-99EF-0C55C92A3E97}" dt="2026-03-23T21:45:04.734" v="11406" actId="20577"/>
          <ac:spMkLst>
            <pc:docMk/>
            <pc:sldMk cId="1242865644" sldId="270"/>
            <ac:spMk id="2" creationId="{30B2F753-67AD-AC93-A4F9-58CD5A10B60F}"/>
          </ac:spMkLst>
        </pc:spChg>
        <pc:spChg chg="mod">
          <ac:chgData name="Angelo Attivissimo" userId="f366678c-3975-4660-b4b5-82ae6bfd5c96" providerId="ADAL" clId="{37B399F5-3952-4CE5-99EF-0C55C92A3E97}" dt="2026-03-14T17:54:13.245" v="1896" actId="20577"/>
          <ac:spMkLst>
            <pc:docMk/>
            <pc:sldMk cId="1242865644" sldId="270"/>
            <ac:spMk id="3" creationId="{EFD908A6-B656-B164-0308-0BE0141C3D40}"/>
          </ac:spMkLst>
        </pc:spChg>
        <pc:spChg chg="add mod ord">
          <ac:chgData name="Angelo Attivissimo" userId="f366678c-3975-4660-b4b5-82ae6bfd5c96" providerId="ADAL" clId="{37B399F5-3952-4CE5-99EF-0C55C92A3E97}" dt="2026-03-23T21:13:21.188" v="11112" actId="166"/>
          <ac:spMkLst>
            <pc:docMk/>
            <pc:sldMk cId="1242865644" sldId="270"/>
            <ac:spMk id="5" creationId="{FCB5CBA7-DA32-C15F-F65B-8D077F30C99F}"/>
          </ac:spMkLst>
        </pc:spChg>
        <pc:spChg chg="add mod">
          <ac:chgData name="Angelo Attivissimo" userId="f366678c-3975-4660-b4b5-82ae6bfd5c96" providerId="ADAL" clId="{37B399F5-3952-4CE5-99EF-0C55C92A3E97}" dt="2026-03-23T21:12:04.380" v="11100"/>
          <ac:spMkLst>
            <pc:docMk/>
            <pc:sldMk cId="1242865644" sldId="270"/>
            <ac:spMk id="90" creationId="{2360ED6B-7EF5-FA60-CFC4-D906EBD69FD7}"/>
          </ac:spMkLst>
        </pc:spChg>
        <pc:spChg chg="add mod">
          <ac:chgData name="Angelo Attivissimo" userId="f366678c-3975-4660-b4b5-82ae6bfd5c96" providerId="ADAL" clId="{37B399F5-3952-4CE5-99EF-0C55C92A3E97}" dt="2026-03-23T21:12:04.380" v="11100"/>
          <ac:spMkLst>
            <pc:docMk/>
            <pc:sldMk cId="1242865644" sldId="270"/>
            <ac:spMk id="91" creationId="{CDCFC094-10E7-E9B4-0A12-C58AA0A8903E}"/>
          </ac:spMkLst>
        </pc:spChg>
        <pc:spChg chg="add mod">
          <ac:chgData name="Angelo Attivissimo" userId="f366678c-3975-4660-b4b5-82ae6bfd5c96" providerId="ADAL" clId="{37B399F5-3952-4CE5-99EF-0C55C92A3E97}" dt="2026-03-23T21:12:04.380" v="11100"/>
          <ac:spMkLst>
            <pc:docMk/>
            <pc:sldMk cId="1242865644" sldId="270"/>
            <ac:spMk id="92" creationId="{E285C412-E6ED-C9BC-046C-7ABE907CF99D}"/>
          </ac:spMkLst>
        </pc:spChg>
        <pc:spChg chg="add mod">
          <ac:chgData name="Angelo Attivissimo" userId="f366678c-3975-4660-b4b5-82ae6bfd5c96" providerId="ADAL" clId="{37B399F5-3952-4CE5-99EF-0C55C92A3E97}" dt="2026-03-23T21:12:04.380" v="11100"/>
          <ac:spMkLst>
            <pc:docMk/>
            <pc:sldMk cId="1242865644" sldId="270"/>
            <ac:spMk id="93" creationId="{EE7AC670-2337-242F-4989-86655E36FDFE}"/>
          </ac:spMkLst>
        </pc:spChg>
        <pc:spChg chg="add mod">
          <ac:chgData name="Angelo Attivissimo" userId="f366678c-3975-4660-b4b5-82ae6bfd5c96" providerId="ADAL" clId="{37B399F5-3952-4CE5-99EF-0C55C92A3E97}" dt="2026-03-23T21:12:04.380" v="11100"/>
          <ac:spMkLst>
            <pc:docMk/>
            <pc:sldMk cId="1242865644" sldId="270"/>
            <ac:spMk id="105" creationId="{55ECD0CE-8DAA-7441-5C26-7961EF8C73D4}"/>
          </ac:spMkLst>
        </pc:spChg>
        <pc:spChg chg="add mod">
          <ac:chgData name="Angelo Attivissimo" userId="f366678c-3975-4660-b4b5-82ae6bfd5c96" providerId="ADAL" clId="{37B399F5-3952-4CE5-99EF-0C55C92A3E97}" dt="2026-03-23T21:12:04.380" v="11100"/>
          <ac:spMkLst>
            <pc:docMk/>
            <pc:sldMk cId="1242865644" sldId="270"/>
            <ac:spMk id="106" creationId="{862193CA-A045-EC07-7C8C-CA8241D30854}"/>
          </ac:spMkLst>
        </pc:spChg>
        <pc:spChg chg="add mod">
          <ac:chgData name="Angelo Attivissimo" userId="f366678c-3975-4660-b4b5-82ae6bfd5c96" providerId="ADAL" clId="{37B399F5-3952-4CE5-99EF-0C55C92A3E97}" dt="2026-03-23T21:12:04.380" v="11100"/>
          <ac:spMkLst>
            <pc:docMk/>
            <pc:sldMk cId="1242865644" sldId="270"/>
            <ac:spMk id="110" creationId="{09DE6F93-30CC-AF1C-24E3-459A39AAEFB2}"/>
          </ac:spMkLst>
        </pc:spChg>
        <pc:spChg chg="add mod">
          <ac:chgData name="Angelo Attivissimo" userId="f366678c-3975-4660-b4b5-82ae6bfd5c96" providerId="ADAL" clId="{37B399F5-3952-4CE5-99EF-0C55C92A3E97}" dt="2026-03-23T21:12:04.380" v="11100"/>
          <ac:spMkLst>
            <pc:docMk/>
            <pc:sldMk cId="1242865644" sldId="270"/>
            <ac:spMk id="120" creationId="{9DB17315-65E2-DB32-8BE5-00B7F7196EC4}"/>
          </ac:spMkLst>
        </pc:spChg>
        <pc:spChg chg="add mod">
          <ac:chgData name="Angelo Attivissimo" userId="f366678c-3975-4660-b4b5-82ae6bfd5c96" providerId="ADAL" clId="{37B399F5-3952-4CE5-99EF-0C55C92A3E97}" dt="2026-03-23T21:12:04.380" v="11100"/>
          <ac:spMkLst>
            <pc:docMk/>
            <pc:sldMk cId="1242865644" sldId="270"/>
            <ac:spMk id="123" creationId="{57607D0B-15C2-56ED-2DA8-F9126B456399}"/>
          </ac:spMkLst>
        </pc:spChg>
        <pc:spChg chg="add mod">
          <ac:chgData name="Angelo Attivissimo" userId="f366678c-3975-4660-b4b5-82ae6bfd5c96" providerId="ADAL" clId="{37B399F5-3952-4CE5-99EF-0C55C92A3E97}" dt="2026-03-23T21:13:17.034" v="11111"/>
          <ac:spMkLst>
            <pc:docMk/>
            <pc:sldMk cId="1242865644" sldId="270"/>
            <ac:spMk id="128" creationId="{35ACBB3F-1352-4DBE-A7FF-B47C8FCEEEF3}"/>
          </ac:spMkLst>
        </pc:spChg>
      </pc:sldChg>
      <pc:sldChg chg="addSp delSp modSp new mod modAnim modNotesTx">
        <pc:chgData name="Angelo Attivissimo" userId="f366678c-3975-4660-b4b5-82ae6bfd5c96" providerId="ADAL" clId="{37B399F5-3952-4CE5-99EF-0C55C92A3E97}" dt="2026-03-24T12:04:25.245" v="11961" actId="20577"/>
        <pc:sldMkLst>
          <pc:docMk/>
          <pc:sldMk cId="2315551762" sldId="271"/>
        </pc:sldMkLst>
        <pc:spChg chg="mod">
          <ac:chgData name="Angelo Attivissimo" userId="f366678c-3975-4660-b4b5-82ae6bfd5c96" providerId="ADAL" clId="{37B399F5-3952-4CE5-99EF-0C55C92A3E97}" dt="2026-03-23T21:46:03.366" v="11409" actId="20577"/>
          <ac:spMkLst>
            <pc:docMk/>
            <pc:sldMk cId="2315551762" sldId="271"/>
            <ac:spMk id="2" creationId="{19C80732-F338-5427-B2F6-91CFF6E92A20}"/>
          </ac:spMkLst>
        </pc:spChg>
        <pc:spChg chg="mod">
          <ac:chgData name="Angelo Attivissimo" userId="f366678c-3975-4660-b4b5-82ae6bfd5c96" providerId="ADAL" clId="{37B399F5-3952-4CE5-99EF-0C55C92A3E97}" dt="2026-03-14T17:56:59.150" v="1921"/>
          <ac:spMkLst>
            <pc:docMk/>
            <pc:sldMk cId="2315551762" sldId="271"/>
            <ac:spMk id="3" creationId="{D98B052F-9DD9-464F-71CF-4EC653BD1370}"/>
          </ac:spMkLst>
        </pc:spChg>
        <pc:spChg chg="add mod">
          <ac:chgData name="Angelo Attivissimo" userId="f366678c-3975-4660-b4b5-82ae6bfd5c96" providerId="ADAL" clId="{37B399F5-3952-4CE5-99EF-0C55C92A3E97}" dt="2026-03-16T09:29:07.857" v="2825"/>
          <ac:spMkLst>
            <pc:docMk/>
            <pc:sldMk cId="2315551762" sldId="271"/>
            <ac:spMk id="4" creationId="{FFD6394E-5327-4644-2F59-B6DC7395F4FD}"/>
          </ac:spMkLst>
        </pc:spChg>
        <pc:spChg chg="add mod">
          <ac:chgData name="Angelo Attivissimo" userId="f366678c-3975-4660-b4b5-82ae6bfd5c96" providerId="ADAL" clId="{37B399F5-3952-4CE5-99EF-0C55C92A3E97}" dt="2026-03-23T21:14:32.067" v="11122" actId="1076"/>
          <ac:spMkLst>
            <pc:docMk/>
            <pc:sldMk cId="2315551762" sldId="271"/>
            <ac:spMk id="5" creationId="{14CE9013-9E07-87E1-68D2-38A0B4CAF5E0}"/>
          </ac:spMkLst>
        </pc:spChg>
        <pc:spChg chg="add mod">
          <ac:chgData name="Angelo Attivissimo" userId="f366678c-3975-4660-b4b5-82ae6bfd5c96" providerId="ADAL" clId="{37B399F5-3952-4CE5-99EF-0C55C92A3E97}" dt="2026-03-23T21:14:32.067" v="11122" actId="1076"/>
          <ac:spMkLst>
            <pc:docMk/>
            <pc:sldMk cId="2315551762" sldId="271"/>
            <ac:spMk id="6" creationId="{BCD3CF2D-30C2-267E-C75F-80D7B0633800}"/>
          </ac:spMkLst>
        </pc:spChg>
        <pc:spChg chg="add mod">
          <ac:chgData name="Angelo Attivissimo" userId="f366678c-3975-4660-b4b5-82ae6bfd5c96" providerId="ADAL" clId="{37B399F5-3952-4CE5-99EF-0C55C92A3E97}" dt="2026-03-23T21:14:32.067" v="11122" actId="1076"/>
          <ac:spMkLst>
            <pc:docMk/>
            <pc:sldMk cId="2315551762" sldId="271"/>
            <ac:spMk id="7" creationId="{54AFF961-A004-4B1E-BD9E-C38FC93867CC}"/>
          </ac:spMkLst>
        </pc:spChg>
        <pc:spChg chg="add mod">
          <ac:chgData name="Angelo Attivissimo" userId="f366678c-3975-4660-b4b5-82ae6bfd5c96" providerId="ADAL" clId="{37B399F5-3952-4CE5-99EF-0C55C92A3E97}" dt="2026-03-23T21:14:32.067" v="11122" actId="1076"/>
          <ac:spMkLst>
            <pc:docMk/>
            <pc:sldMk cId="2315551762" sldId="271"/>
            <ac:spMk id="15" creationId="{1799AC15-8C06-A835-241F-3E6BD639EE84}"/>
          </ac:spMkLst>
        </pc:spChg>
        <pc:spChg chg="add mod">
          <ac:chgData name="Angelo Attivissimo" userId="f366678c-3975-4660-b4b5-82ae6bfd5c96" providerId="ADAL" clId="{37B399F5-3952-4CE5-99EF-0C55C92A3E97}" dt="2026-03-23T21:14:32.067" v="11122" actId="1076"/>
          <ac:spMkLst>
            <pc:docMk/>
            <pc:sldMk cId="2315551762" sldId="271"/>
            <ac:spMk id="18" creationId="{6D94E32B-C8D2-A04B-B7DE-E73FEDD57222}"/>
          </ac:spMkLst>
        </pc:spChg>
        <pc:cxnChg chg="add mod">
          <ac:chgData name="Angelo Attivissimo" userId="f366678c-3975-4660-b4b5-82ae6bfd5c96" providerId="ADAL" clId="{37B399F5-3952-4CE5-99EF-0C55C92A3E97}" dt="2026-03-23T21:14:32.067" v="11122" actId="1076"/>
          <ac:cxnSpMkLst>
            <pc:docMk/>
            <pc:sldMk cId="2315551762" sldId="271"/>
            <ac:cxnSpMk id="9" creationId="{A4DB4210-7174-64FD-1B75-CE84973E660F}"/>
          </ac:cxnSpMkLst>
        </pc:cxnChg>
        <pc:cxnChg chg="add mod">
          <ac:chgData name="Angelo Attivissimo" userId="f366678c-3975-4660-b4b5-82ae6bfd5c96" providerId="ADAL" clId="{37B399F5-3952-4CE5-99EF-0C55C92A3E97}" dt="2026-03-23T21:14:32.067" v="11122" actId="1076"/>
          <ac:cxnSpMkLst>
            <pc:docMk/>
            <pc:sldMk cId="2315551762" sldId="271"/>
            <ac:cxnSpMk id="11" creationId="{4E5BF4D7-92A0-674D-08FB-19475F37A226}"/>
          </ac:cxnSpMkLst>
        </pc:cxnChg>
        <pc:cxnChg chg="add mod">
          <ac:chgData name="Angelo Attivissimo" userId="f366678c-3975-4660-b4b5-82ae6bfd5c96" providerId="ADAL" clId="{37B399F5-3952-4CE5-99EF-0C55C92A3E97}" dt="2026-03-23T21:14:32.067" v="11122" actId="1076"/>
          <ac:cxnSpMkLst>
            <pc:docMk/>
            <pc:sldMk cId="2315551762" sldId="271"/>
            <ac:cxnSpMk id="17" creationId="{A7419727-F3C4-412B-B86A-445ACFE29E27}"/>
          </ac:cxnSpMkLst>
        </pc:cxnChg>
        <pc:cxnChg chg="add mod">
          <ac:chgData name="Angelo Attivissimo" userId="f366678c-3975-4660-b4b5-82ae6bfd5c96" providerId="ADAL" clId="{37B399F5-3952-4CE5-99EF-0C55C92A3E97}" dt="2026-03-23T21:14:32.067" v="11122" actId="1076"/>
          <ac:cxnSpMkLst>
            <pc:docMk/>
            <pc:sldMk cId="2315551762" sldId="271"/>
            <ac:cxnSpMk id="20" creationId="{C266AAAE-8DD8-8630-3CBF-0AEA01B53CC4}"/>
          </ac:cxnSpMkLst>
        </pc:cxnChg>
      </pc:sldChg>
      <pc:sldChg chg="addSp delSp modSp new mod">
        <pc:chgData name="Angelo Attivissimo" userId="f366678c-3975-4660-b4b5-82ae6bfd5c96" providerId="ADAL" clId="{37B399F5-3952-4CE5-99EF-0C55C92A3E97}" dt="2026-03-23T21:46:09.613" v="11415" actId="20577"/>
        <pc:sldMkLst>
          <pc:docMk/>
          <pc:sldMk cId="2000491054" sldId="272"/>
        </pc:sldMkLst>
        <pc:spChg chg="mod">
          <ac:chgData name="Angelo Attivissimo" userId="f366678c-3975-4660-b4b5-82ae6bfd5c96" providerId="ADAL" clId="{37B399F5-3952-4CE5-99EF-0C55C92A3E97}" dt="2026-03-23T21:46:09.613" v="11415" actId="20577"/>
          <ac:spMkLst>
            <pc:docMk/>
            <pc:sldMk cId="2000491054" sldId="272"/>
            <ac:spMk id="2" creationId="{46448677-0704-F258-A527-3F1CFC71B53C}"/>
          </ac:spMkLst>
        </pc:spChg>
        <pc:spChg chg="mod">
          <ac:chgData name="Angelo Attivissimo" userId="f366678c-3975-4660-b4b5-82ae6bfd5c96" providerId="ADAL" clId="{37B399F5-3952-4CE5-99EF-0C55C92A3E97}" dt="2026-03-14T17:57:05.595" v="1931" actId="20577"/>
          <ac:spMkLst>
            <pc:docMk/>
            <pc:sldMk cId="2000491054" sldId="272"/>
            <ac:spMk id="3" creationId="{1921BBB2-C9DE-B3C5-9285-90A164586A1F}"/>
          </ac:spMkLst>
        </pc:spChg>
        <pc:spChg chg="add mod ord">
          <ac:chgData name="Angelo Attivissimo" userId="f366678c-3975-4660-b4b5-82ae6bfd5c96" providerId="ADAL" clId="{37B399F5-3952-4CE5-99EF-0C55C92A3E97}" dt="2026-03-23T21:11:19.011" v="11098" actId="166"/>
          <ac:spMkLst>
            <pc:docMk/>
            <pc:sldMk cId="2000491054" sldId="272"/>
            <ac:spMk id="5" creationId="{43295B67-7795-5231-1E57-9C6572ABECC3}"/>
          </ac:spMkLst>
        </pc:spChg>
        <pc:spChg chg="add mod">
          <ac:chgData name="Angelo Attivissimo" userId="f366678c-3975-4660-b4b5-82ae6bfd5c96" providerId="ADAL" clId="{37B399F5-3952-4CE5-99EF-0C55C92A3E97}" dt="2026-03-23T21:11:09.822" v="11097"/>
          <ac:spMkLst>
            <pc:docMk/>
            <pc:sldMk cId="2000491054" sldId="272"/>
            <ac:spMk id="88" creationId="{07580251-81B2-9697-C505-BDFEF6100B44}"/>
          </ac:spMkLst>
        </pc:spChg>
        <pc:spChg chg="add mod">
          <ac:chgData name="Angelo Attivissimo" userId="f366678c-3975-4660-b4b5-82ae6bfd5c96" providerId="ADAL" clId="{37B399F5-3952-4CE5-99EF-0C55C92A3E97}" dt="2026-03-23T21:11:09.822" v="11097"/>
          <ac:spMkLst>
            <pc:docMk/>
            <pc:sldMk cId="2000491054" sldId="272"/>
            <ac:spMk id="90" creationId="{8EC1C315-C10C-E270-C664-04ED50533AA8}"/>
          </ac:spMkLst>
        </pc:spChg>
        <pc:spChg chg="add mod">
          <ac:chgData name="Angelo Attivissimo" userId="f366678c-3975-4660-b4b5-82ae6bfd5c96" providerId="ADAL" clId="{37B399F5-3952-4CE5-99EF-0C55C92A3E97}" dt="2026-03-23T21:11:09.822" v="11097"/>
          <ac:spMkLst>
            <pc:docMk/>
            <pc:sldMk cId="2000491054" sldId="272"/>
            <ac:spMk id="91" creationId="{5B4E1762-4AB7-796D-7195-604198BA513C}"/>
          </ac:spMkLst>
        </pc:spChg>
        <pc:spChg chg="add mod">
          <ac:chgData name="Angelo Attivissimo" userId="f366678c-3975-4660-b4b5-82ae6bfd5c96" providerId="ADAL" clId="{37B399F5-3952-4CE5-99EF-0C55C92A3E97}" dt="2026-03-23T21:11:09.822" v="11097"/>
          <ac:spMkLst>
            <pc:docMk/>
            <pc:sldMk cId="2000491054" sldId="272"/>
            <ac:spMk id="92" creationId="{0C8561E3-F4A7-6EF1-65B5-B9C9CBF3D4C0}"/>
          </ac:spMkLst>
        </pc:spChg>
        <pc:spChg chg="add mod">
          <ac:chgData name="Angelo Attivissimo" userId="f366678c-3975-4660-b4b5-82ae6bfd5c96" providerId="ADAL" clId="{37B399F5-3952-4CE5-99EF-0C55C92A3E97}" dt="2026-03-23T21:11:09.822" v="11097"/>
          <ac:spMkLst>
            <pc:docMk/>
            <pc:sldMk cId="2000491054" sldId="272"/>
            <ac:spMk id="94" creationId="{537F39F8-9954-4555-64A3-D7CA6C681301}"/>
          </ac:spMkLst>
        </pc:spChg>
        <pc:spChg chg="add mod">
          <ac:chgData name="Angelo Attivissimo" userId="f366678c-3975-4660-b4b5-82ae6bfd5c96" providerId="ADAL" clId="{37B399F5-3952-4CE5-99EF-0C55C92A3E97}" dt="2026-03-23T21:11:09.822" v="11097"/>
          <ac:spMkLst>
            <pc:docMk/>
            <pc:sldMk cId="2000491054" sldId="272"/>
            <ac:spMk id="105" creationId="{20BBB6A8-089D-114D-09B5-B274C25CB127}"/>
          </ac:spMkLst>
        </pc:spChg>
        <pc:spChg chg="add mod">
          <ac:chgData name="Angelo Attivissimo" userId="f366678c-3975-4660-b4b5-82ae6bfd5c96" providerId="ADAL" clId="{37B399F5-3952-4CE5-99EF-0C55C92A3E97}" dt="2026-03-23T21:11:09.822" v="11097"/>
          <ac:spMkLst>
            <pc:docMk/>
            <pc:sldMk cId="2000491054" sldId="272"/>
            <ac:spMk id="108" creationId="{44BD6972-D89D-3233-831E-7A2C73C2E7DF}"/>
          </ac:spMkLst>
        </pc:spChg>
        <pc:spChg chg="add mod">
          <ac:chgData name="Angelo Attivissimo" userId="f366678c-3975-4660-b4b5-82ae6bfd5c96" providerId="ADAL" clId="{37B399F5-3952-4CE5-99EF-0C55C92A3E97}" dt="2026-03-23T21:11:09.822" v="11097"/>
          <ac:spMkLst>
            <pc:docMk/>
            <pc:sldMk cId="2000491054" sldId="272"/>
            <ac:spMk id="109" creationId="{B2088474-255C-80F9-CF9D-F8001F538AAF}"/>
          </ac:spMkLst>
        </pc:spChg>
        <pc:spChg chg="add mod">
          <ac:chgData name="Angelo Attivissimo" userId="f366678c-3975-4660-b4b5-82ae6bfd5c96" providerId="ADAL" clId="{37B399F5-3952-4CE5-99EF-0C55C92A3E97}" dt="2026-03-23T21:11:09.822" v="11097"/>
          <ac:spMkLst>
            <pc:docMk/>
            <pc:sldMk cId="2000491054" sldId="272"/>
            <ac:spMk id="112" creationId="{3FA46171-8438-4D34-65F8-F5AA839C9B73}"/>
          </ac:spMkLst>
        </pc:spChg>
        <pc:spChg chg="add mod">
          <ac:chgData name="Angelo Attivissimo" userId="f366678c-3975-4660-b4b5-82ae6bfd5c96" providerId="ADAL" clId="{37B399F5-3952-4CE5-99EF-0C55C92A3E97}" dt="2026-03-23T21:13:27.082" v="11114"/>
          <ac:spMkLst>
            <pc:docMk/>
            <pc:sldMk cId="2000491054" sldId="272"/>
            <ac:spMk id="128" creationId="{45283A6E-8513-DC9F-2FDA-AC2F54035432}"/>
          </ac:spMkLst>
        </pc:spChg>
      </pc:sldChg>
      <pc:sldChg chg="addSp delSp modSp new mod delAnim modAnim modNotesTx">
        <pc:chgData name="Angelo Attivissimo" userId="f366678c-3975-4660-b4b5-82ae6bfd5c96" providerId="ADAL" clId="{37B399F5-3952-4CE5-99EF-0C55C92A3E97}" dt="2026-03-24T12:32:38.773" v="12334" actId="20577"/>
        <pc:sldMkLst>
          <pc:docMk/>
          <pc:sldMk cId="1972533186" sldId="273"/>
        </pc:sldMkLst>
        <pc:spChg chg="mod">
          <ac:chgData name="Angelo Attivissimo" userId="f366678c-3975-4660-b4b5-82ae6bfd5c96" providerId="ADAL" clId="{37B399F5-3952-4CE5-99EF-0C55C92A3E97}" dt="2026-03-23T21:46:13.057" v="11418" actId="20577"/>
          <ac:spMkLst>
            <pc:docMk/>
            <pc:sldMk cId="1972533186" sldId="273"/>
            <ac:spMk id="2" creationId="{408BA435-6D0B-FC32-9FC9-89E583C92870}"/>
          </ac:spMkLst>
        </pc:spChg>
        <pc:spChg chg="mod">
          <ac:chgData name="Angelo Attivissimo" userId="f366678c-3975-4660-b4b5-82ae6bfd5c96" providerId="ADAL" clId="{37B399F5-3952-4CE5-99EF-0C55C92A3E97}" dt="2026-03-14T17:58:51.321" v="1932"/>
          <ac:spMkLst>
            <pc:docMk/>
            <pc:sldMk cId="1972533186" sldId="273"/>
            <ac:spMk id="3" creationId="{B8F16919-9BF7-3341-B34A-480E81556B18}"/>
          </ac:spMkLst>
        </pc:spChg>
        <pc:spChg chg="add mod">
          <ac:chgData name="Angelo Attivissimo" userId="f366678c-3975-4660-b4b5-82ae6bfd5c96" providerId="ADAL" clId="{37B399F5-3952-4CE5-99EF-0C55C92A3E97}" dt="2026-03-16T10:56:34.830" v="3630" actId="1076"/>
          <ac:spMkLst>
            <pc:docMk/>
            <pc:sldMk cId="1972533186" sldId="273"/>
            <ac:spMk id="4" creationId="{C715FC24-3CAC-822E-6B2D-A4E239B49E33}"/>
          </ac:spMkLst>
        </pc:spChg>
        <pc:spChg chg="add mod">
          <ac:chgData name="Angelo Attivissimo" userId="f366678c-3975-4660-b4b5-82ae6bfd5c96" providerId="ADAL" clId="{37B399F5-3952-4CE5-99EF-0C55C92A3E97}" dt="2026-03-23T21:27:47.451" v="11302"/>
          <ac:spMkLst>
            <pc:docMk/>
            <pc:sldMk cId="1972533186" sldId="273"/>
            <ac:spMk id="6" creationId="{A815BA5D-557A-F0EF-0C54-43E9E48E3565}"/>
          </ac:spMkLst>
        </pc:spChg>
        <pc:spChg chg="add mod">
          <ac:chgData name="Angelo Attivissimo" userId="f366678c-3975-4660-b4b5-82ae6bfd5c96" providerId="ADAL" clId="{37B399F5-3952-4CE5-99EF-0C55C92A3E97}" dt="2026-03-16T22:54:19.194" v="4339" actId="1076"/>
          <ac:spMkLst>
            <pc:docMk/>
            <pc:sldMk cId="1972533186" sldId="273"/>
            <ac:spMk id="7" creationId="{4DB65AF3-0CFC-FC31-CDE8-52803B9F9203}"/>
          </ac:spMkLst>
        </pc:spChg>
        <pc:spChg chg="add mod">
          <ac:chgData name="Angelo Attivissimo" userId="f366678c-3975-4660-b4b5-82ae6bfd5c96" providerId="ADAL" clId="{37B399F5-3952-4CE5-99EF-0C55C92A3E97}" dt="2026-03-16T22:55:19.733" v="4344" actId="1076"/>
          <ac:spMkLst>
            <pc:docMk/>
            <pc:sldMk cId="1972533186" sldId="273"/>
            <ac:spMk id="8" creationId="{4ED08884-65C6-2785-5A07-61A9DC8E7FE1}"/>
          </ac:spMkLst>
        </pc:spChg>
        <pc:spChg chg="add mod">
          <ac:chgData name="Angelo Attivissimo" userId="f366678c-3975-4660-b4b5-82ae6bfd5c96" providerId="ADAL" clId="{37B399F5-3952-4CE5-99EF-0C55C92A3E97}" dt="2026-03-16T10:56:57.381" v="3631" actId="1076"/>
          <ac:spMkLst>
            <pc:docMk/>
            <pc:sldMk cId="1972533186" sldId="273"/>
            <ac:spMk id="10" creationId="{8E5B15FA-C56B-3885-0777-C95D151C2E3C}"/>
          </ac:spMkLst>
        </pc:spChg>
        <pc:spChg chg="add mod">
          <ac:chgData name="Angelo Attivissimo" userId="f366678c-3975-4660-b4b5-82ae6bfd5c96" providerId="ADAL" clId="{37B399F5-3952-4CE5-99EF-0C55C92A3E97}" dt="2026-03-16T22:55:31.253" v="4347" actId="1076"/>
          <ac:spMkLst>
            <pc:docMk/>
            <pc:sldMk cId="1972533186" sldId="273"/>
            <ac:spMk id="13" creationId="{36180DC9-008D-94E2-CAF0-23BF9491B36F}"/>
          </ac:spMkLst>
        </pc:spChg>
        <pc:spChg chg="add mod">
          <ac:chgData name="Angelo Attivissimo" userId="f366678c-3975-4660-b4b5-82ae6bfd5c96" providerId="ADAL" clId="{37B399F5-3952-4CE5-99EF-0C55C92A3E97}" dt="2026-03-16T22:55:23.549" v="4345" actId="14100"/>
          <ac:spMkLst>
            <pc:docMk/>
            <pc:sldMk cId="1972533186" sldId="273"/>
            <ac:spMk id="18" creationId="{70872B05-2156-D65D-927C-C3ED3CEC7C45}"/>
          </ac:spMkLst>
        </pc:spChg>
        <pc:spChg chg="add mod">
          <ac:chgData name="Angelo Attivissimo" userId="f366678c-3975-4660-b4b5-82ae6bfd5c96" providerId="ADAL" clId="{37B399F5-3952-4CE5-99EF-0C55C92A3E97}" dt="2026-03-22T15:34:01.395" v="9977" actId="1076"/>
          <ac:spMkLst>
            <pc:docMk/>
            <pc:sldMk cId="1972533186" sldId="273"/>
            <ac:spMk id="44" creationId="{F1B48840-B857-755F-3181-248AA3583030}"/>
          </ac:spMkLst>
        </pc:spChg>
        <pc:picChg chg="add mod">
          <ac:chgData name="Angelo Attivissimo" userId="f366678c-3975-4660-b4b5-82ae6bfd5c96" providerId="ADAL" clId="{37B399F5-3952-4CE5-99EF-0C55C92A3E97}" dt="2026-03-24T10:25:52.324" v="11481" actId="14100"/>
          <ac:picMkLst>
            <pc:docMk/>
            <pc:sldMk cId="1972533186" sldId="273"/>
            <ac:picMk id="5" creationId="{D13A7933-3A77-B0A5-DA3F-DB67A0354F27}"/>
          </ac:picMkLst>
        </pc:picChg>
        <pc:cxnChg chg="add mod">
          <ac:chgData name="Angelo Attivissimo" userId="f366678c-3975-4660-b4b5-82ae6bfd5c96" providerId="ADAL" clId="{37B399F5-3952-4CE5-99EF-0C55C92A3E97}" dt="2026-03-16T22:55:19.733" v="4344" actId="1076"/>
          <ac:cxnSpMkLst>
            <pc:docMk/>
            <pc:sldMk cId="1972533186" sldId="273"/>
            <ac:cxnSpMk id="9" creationId="{11F877CB-7882-793F-5FF2-3BA8F7969C2B}"/>
          </ac:cxnSpMkLst>
        </pc:cxnChg>
        <pc:cxnChg chg="add mod">
          <ac:chgData name="Angelo Attivissimo" userId="f366678c-3975-4660-b4b5-82ae6bfd5c96" providerId="ADAL" clId="{37B399F5-3952-4CE5-99EF-0C55C92A3E97}" dt="2026-03-16T22:54:19.194" v="4339" actId="1076"/>
          <ac:cxnSpMkLst>
            <pc:docMk/>
            <pc:sldMk cId="1972533186" sldId="273"/>
            <ac:cxnSpMk id="11" creationId="{9A2BC5E7-5EDD-B83E-598B-6045269B69F1}"/>
          </ac:cxnSpMkLst>
        </pc:cxnChg>
        <pc:cxnChg chg="add mod">
          <ac:chgData name="Angelo Attivissimo" userId="f366678c-3975-4660-b4b5-82ae6bfd5c96" providerId="ADAL" clId="{37B399F5-3952-4CE5-99EF-0C55C92A3E97}" dt="2026-03-16T22:55:23.549" v="4345" actId="14100"/>
          <ac:cxnSpMkLst>
            <pc:docMk/>
            <pc:sldMk cId="1972533186" sldId="273"/>
            <ac:cxnSpMk id="20" creationId="{5726AF5F-A6F6-A1EA-692F-682832E9374F}"/>
          </ac:cxnSpMkLst>
        </pc:cxnChg>
        <pc:cxnChg chg="add mod">
          <ac:chgData name="Angelo Attivissimo" userId="f366678c-3975-4660-b4b5-82ae6bfd5c96" providerId="ADAL" clId="{37B399F5-3952-4CE5-99EF-0C55C92A3E97}" dt="2026-03-23T21:27:47.156" v="11301" actId="478"/>
          <ac:cxnSpMkLst>
            <pc:docMk/>
            <pc:sldMk cId="1972533186" sldId="273"/>
            <ac:cxnSpMk id="25" creationId="{E68C6189-BB21-EE97-FDFB-F7132AE7148C}"/>
          </ac:cxnSpMkLst>
        </pc:cxnChg>
      </pc:sldChg>
      <pc:sldChg chg="addSp delSp modSp new mod">
        <pc:chgData name="Angelo Attivissimo" userId="f366678c-3975-4660-b4b5-82ae6bfd5c96" providerId="ADAL" clId="{37B399F5-3952-4CE5-99EF-0C55C92A3E97}" dt="2026-03-23T21:46:20.316" v="11424" actId="20577"/>
        <pc:sldMkLst>
          <pc:docMk/>
          <pc:sldMk cId="1143345556" sldId="274"/>
        </pc:sldMkLst>
        <pc:spChg chg="mod">
          <ac:chgData name="Angelo Attivissimo" userId="f366678c-3975-4660-b4b5-82ae6bfd5c96" providerId="ADAL" clId="{37B399F5-3952-4CE5-99EF-0C55C92A3E97}" dt="2026-03-23T21:46:20.316" v="11424" actId="20577"/>
          <ac:spMkLst>
            <pc:docMk/>
            <pc:sldMk cId="1143345556" sldId="274"/>
            <ac:spMk id="2" creationId="{3852D9FF-9844-079A-EE05-6BE8D31CF140}"/>
          </ac:spMkLst>
        </pc:spChg>
        <pc:spChg chg="mod">
          <ac:chgData name="Angelo Attivissimo" userId="f366678c-3975-4660-b4b5-82ae6bfd5c96" providerId="ADAL" clId="{37B399F5-3952-4CE5-99EF-0C55C92A3E97}" dt="2026-03-14T17:59:02.451" v="1944" actId="20577"/>
          <ac:spMkLst>
            <pc:docMk/>
            <pc:sldMk cId="1143345556" sldId="274"/>
            <ac:spMk id="3" creationId="{8A7F4F75-5532-B225-AC38-B28437056D9D}"/>
          </ac:spMkLst>
        </pc:spChg>
        <pc:spChg chg="add mod ord">
          <ac:chgData name="Angelo Attivissimo" userId="f366678c-3975-4660-b4b5-82ae6bfd5c96" providerId="ADAL" clId="{37B399F5-3952-4CE5-99EF-0C55C92A3E97}" dt="2026-03-23T21:08:57.403" v="11087" actId="166"/>
          <ac:spMkLst>
            <pc:docMk/>
            <pc:sldMk cId="1143345556" sldId="274"/>
            <ac:spMk id="5" creationId="{4A25DF68-94BF-16AB-4D9F-AA9328532075}"/>
          </ac:spMkLst>
        </pc:spChg>
        <pc:spChg chg="add mod">
          <ac:chgData name="Angelo Attivissimo" userId="f366678c-3975-4660-b4b5-82ae6bfd5c96" providerId="ADAL" clId="{37B399F5-3952-4CE5-99EF-0C55C92A3E97}" dt="2026-03-23T21:08:54.045" v="11086"/>
          <ac:spMkLst>
            <pc:docMk/>
            <pc:sldMk cId="1143345556" sldId="274"/>
            <ac:spMk id="50" creationId="{8F8BA871-CD46-6FAA-73C5-147723A7FA6D}"/>
          </ac:spMkLst>
        </pc:spChg>
        <pc:spChg chg="add mod">
          <ac:chgData name="Angelo Attivissimo" userId="f366678c-3975-4660-b4b5-82ae6bfd5c96" providerId="ADAL" clId="{37B399F5-3952-4CE5-99EF-0C55C92A3E97}" dt="2026-03-23T21:08:54.045" v="11086"/>
          <ac:spMkLst>
            <pc:docMk/>
            <pc:sldMk cId="1143345556" sldId="274"/>
            <ac:spMk id="53" creationId="{EB2F9B63-96BF-E08F-782B-EEF019428B1C}"/>
          </ac:spMkLst>
        </pc:spChg>
        <pc:spChg chg="add mod">
          <ac:chgData name="Angelo Attivissimo" userId="f366678c-3975-4660-b4b5-82ae6bfd5c96" providerId="ADAL" clId="{37B399F5-3952-4CE5-99EF-0C55C92A3E97}" dt="2026-03-23T21:08:54.045" v="11086"/>
          <ac:spMkLst>
            <pc:docMk/>
            <pc:sldMk cId="1143345556" sldId="274"/>
            <ac:spMk id="54" creationId="{6B3C3D4C-AB78-A178-B733-78598AD8D849}"/>
          </ac:spMkLst>
        </pc:spChg>
        <pc:spChg chg="add mod">
          <ac:chgData name="Angelo Attivissimo" userId="f366678c-3975-4660-b4b5-82ae6bfd5c96" providerId="ADAL" clId="{37B399F5-3952-4CE5-99EF-0C55C92A3E97}" dt="2026-03-23T21:08:54.045" v="11086"/>
          <ac:spMkLst>
            <pc:docMk/>
            <pc:sldMk cId="1143345556" sldId="274"/>
            <ac:spMk id="64" creationId="{850844AC-E878-3CA9-8392-3E3770F0D53A}"/>
          </ac:spMkLst>
        </pc:spChg>
        <pc:spChg chg="add mod">
          <ac:chgData name="Angelo Attivissimo" userId="f366678c-3975-4660-b4b5-82ae6bfd5c96" providerId="ADAL" clId="{37B399F5-3952-4CE5-99EF-0C55C92A3E97}" dt="2026-03-23T21:08:54.045" v="11086"/>
          <ac:spMkLst>
            <pc:docMk/>
            <pc:sldMk cId="1143345556" sldId="274"/>
            <ac:spMk id="65" creationId="{65D41C29-713C-0666-F645-5DD371EA47B4}"/>
          </ac:spMkLst>
        </pc:spChg>
        <pc:spChg chg="add mod">
          <ac:chgData name="Angelo Attivissimo" userId="f366678c-3975-4660-b4b5-82ae6bfd5c96" providerId="ADAL" clId="{37B399F5-3952-4CE5-99EF-0C55C92A3E97}" dt="2026-03-23T21:08:54.045" v="11086"/>
          <ac:spMkLst>
            <pc:docMk/>
            <pc:sldMk cId="1143345556" sldId="274"/>
            <ac:spMk id="68" creationId="{746CB61C-F236-F141-8E65-4C6B17736818}"/>
          </ac:spMkLst>
        </pc:spChg>
        <pc:spChg chg="add mod">
          <ac:chgData name="Angelo Attivissimo" userId="f366678c-3975-4660-b4b5-82ae6bfd5c96" providerId="ADAL" clId="{37B399F5-3952-4CE5-99EF-0C55C92A3E97}" dt="2026-03-23T21:08:54.045" v="11086"/>
          <ac:spMkLst>
            <pc:docMk/>
            <pc:sldMk cId="1143345556" sldId="274"/>
            <ac:spMk id="70" creationId="{AC2145BA-5921-C860-4C70-EFDAA1CFCE2A}"/>
          </ac:spMkLst>
        </pc:spChg>
        <pc:spChg chg="add mod">
          <ac:chgData name="Angelo Attivissimo" userId="f366678c-3975-4660-b4b5-82ae6bfd5c96" providerId="ADAL" clId="{37B399F5-3952-4CE5-99EF-0C55C92A3E97}" dt="2026-03-23T21:10:07.512" v="11092" actId="1076"/>
          <ac:spMkLst>
            <pc:docMk/>
            <pc:sldMk cId="1143345556" sldId="274"/>
            <ac:spMk id="79" creationId="{139844F7-2490-F67A-1219-1AC825FADFCC}"/>
          </ac:spMkLst>
        </pc:spChg>
        <pc:spChg chg="add mod">
          <ac:chgData name="Angelo Attivissimo" userId="f366678c-3975-4660-b4b5-82ae6bfd5c96" providerId="ADAL" clId="{37B399F5-3952-4CE5-99EF-0C55C92A3E97}" dt="2026-03-23T21:10:27.210" v="11095" actId="1076"/>
          <ac:spMkLst>
            <pc:docMk/>
            <pc:sldMk cId="1143345556" sldId="274"/>
            <ac:spMk id="80" creationId="{95FD8075-DBA5-A01C-CE51-D27481162EE5}"/>
          </ac:spMkLst>
        </pc:spChg>
        <pc:spChg chg="mod">
          <ac:chgData name="Angelo Attivissimo" userId="f366678c-3975-4660-b4b5-82ae6bfd5c96" providerId="ADAL" clId="{37B399F5-3952-4CE5-99EF-0C55C92A3E97}" dt="2026-03-23T21:09:45.890" v="11090" actId="1076"/>
          <ac:spMkLst>
            <pc:docMk/>
            <pc:sldMk cId="1143345556" sldId="274"/>
            <ac:spMk id="81" creationId="{6253CC5E-75A3-910E-4CB4-E243D81CBD3E}"/>
          </ac:spMkLst>
        </pc:spChg>
        <pc:spChg chg="mod">
          <ac:chgData name="Angelo Attivissimo" userId="f366678c-3975-4660-b4b5-82ae6bfd5c96" providerId="ADAL" clId="{37B399F5-3952-4CE5-99EF-0C55C92A3E97}" dt="2026-03-23T21:09:51.598" v="11091" actId="1076"/>
          <ac:spMkLst>
            <pc:docMk/>
            <pc:sldMk cId="1143345556" sldId="274"/>
            <ac:spMk id="82" creationId="{E517F784-3837-8B3F-5407-A784B2C653FB}"/>
          </ac:spMkLst>
        </pc:spChg>
        <pc:spChg chg="add mod">
          <ac:chgData name="Angelo Attivissimo" userId="f366678c-3975-4660-b4b5-82ae6bfd5c96" providerId="ADAL" clId="{37B399F5-3952-4CE5-99EF-0C55C92A3E97}" dt="2026-03-23T21:08:54.045" v="11086"/>
          <ac:spMkLst>
            <pc:docMk/>
            <pc:sldMk cId="1143345556" sldId="274"/>
            <ac:spMk id="85" creationId="{F74D6A2C-1924-C80A-925C-8B967F4A9097}"/>
          </ac:spMkLst>
        </pc:spChg>
        <pc:spChg chg="add mod">
          <ac:chgData name="Angelo Attivissimo" userId="f366678c-3975-4660-b4b5-82ae6bfd5c96" providerId="ADAL" clId="{37B399F5-3952-4CE5-99EF-0C55C92A3E97}" dt="2026-03-23T21:13:32.298" v="11116"/>
          <ac:spMkLst>
            <pc:docMk/>
            <pc:sldMk cId="1143345556" sldId="274"/>
            <ac:spMk id="94" creationId="{ABCC4A9A-7B65-6F27-AFF6-A10413D801FE}"/>
          </ac:spMkLst>
        </pc:spChg>
        <pc:cxnChg chg="mod">
          <ac:chgData name="Angelo Attivissimo" userId="f366678c-3975-4660-b4b5-82ae6bfd5c96" providerId="ADAL" clId="{37B399F5-3952-4CE5-99EF-0C55C92A3E97}" dt="2026-03-23T21:10:07.512" v="11092" actId="1076"/>
          <ac:cxnSpMkLst>
            <pc:docMk/>
            <pc:sldMk cId="1143345556" sldId="274"/>
            <ac:cxnSpMk id="75" creationId="{EBF728CF-9140-376F-FEFB-D7F0970D3644}"/>
          </ac:cxnSpMkLst>
        </pc:cxnChg>
        <pc:cxnChg chg="mod">
          <ac:chgData name="Angelo Attivissimo" userId="f366678c-3975-4660-b4b5-82ae6bfd5c96" providerId="ADAL" clId="{37B399F5-3952-4CE5-99EF-0C55C92A3E97}" dt="2026-03-23T21:10:27.210" v="11095" actId="1076"/>
          <ac:cxnSpMkLst>
            <pc:docMk/>
            <pc:sldMk cId="1143345556" sldId="274"/>
            <ac:cxnSpMk id="76" creationId="{4FB7661D-73CA-AEB5-9C17-C1D49A8EA1BA}"/>
          </ac:cxnSpMkLst>
        </pc:cxnChg>
        <pc:cxnChg chg="mod">
          <ac:chgData name="Angelo Attivissimo" userId="f366678c-3975-4660-b4b5-82ae6bfd5c96" providerId="ADAL" clId="{37B399F5-3952-4CE5-99EF-0C55C92A3E97}" dt="2026-03-23T21:10:13.477" v="11093" actId="1076"/>
          <ac:cxnSpMkLst>
            <pc:docMk/>
            <pc:sldMk cId="1143345556" sldId="274"/>
            <ac:cxnSpMk id="77" creationId="{0CA3C5A3-63B7-2BF3-F3DB-58D87026EE49}"/>
          </ac:cxnSpMkLst>
        </pc:cxnChg>
        <pc:cxnChg chg="mod">
          <ac:chgData name="Angelo Attivissimo" userId="f366678c-3975-4660-b4b5-82ae6bfd5c96" providerId="ADAL" clId="{37B399F5-3952-4CE5-99EF-0C55C92A3E97}" dt="2026-03-23T21:10:18.564" v="11094" actId="14100"/>
          <ac:cxnSpMkLst>
            <pc:docMk/>
            <pc:sldMk cId="1143345556" sldId="274"/>
            <ac:cxnSpMk id="78" creationId="{93A5DA46-0E5B-212A-6A42-2A71BC499CA0}"/>
          </ac:cxnSpMkLst>
        </pc:cxnChg>
        <pc:cxnChg chg="mod">
          <ac:chgData name="Angelo Attivissimo" userId="f366678c-3975-4660-b4b5-82ae6bfd5c96" providerId="ADAL" clId="{37B399F5-3952-4CE5-99EF-0C55C92A3E97}" dt="2026-03-23T21:09:45.890" v="11090" actId="1076"/>
          <ac:cxnSpMkLst>
            <pc:docMk/>
            <pc:sldMk cId="1143345556" sldId="274"/>
            <ac:cxnSpMk id="83" creationId="{658216C7-60C6-612F-BBF6-2FCB942F4D46}"/>
          </ac:cxnSpMkLst>
        </pc:cxnChg>
        <pc:cxnChg chg="mod">
          <ac:chgData name="Angelo Attivissimo" userId="f366678c-3975-4660-b4b5-82ae6bfd5c96" providerId="ADAL" clId="{37B399F5-3952-4CE5-99EF-0C55C92A3E97}" dt="2026-03-23T21:09:51.598" v="11091" actId="1076"/>
          <ac:cxnSpMkLst>
            <pc:docMk/>
            <pc:sldMk cId="1143345556" sldId="274"/>
            <ac:cxnSpMk id="84" creationId="{C570F918-A5DE-DC47-8E89-49E5DE36D015}"/>
          </ac:cxnSpMkLst>
        </pc:cxnChg>
      </pc:sldChg>
      <pc:sldChg chg="addSp delSp modSp new mod addAnim delAnim modAnim modNotesTx">
        <pc:chgData name="Angelo Attivissimo" userId="f366678c-3975-4660-b4b5-82ae6bfd5c96" providerId="ADAL" clId="{37B399F5-3952-4CE5-99EF-0C55C92A3E97}" dt="2026-03-23T21:46:23.207" v="11427" actId="20577"/>
        <pc:sldMkLst>
          <pc:docMk/>
          <pc:sldMk cId="3946132971" sldId="275"/>
        </pc:sldMkLst>
        <pc:spChg chg="mod">
          <ac:chgData name="Angelo Attivissimo" userId="f366678c-3975-4660-b4b5-82ae6bfd5c96" providerId="ADAL" clId="{37B399F5-3952-4CE5-99EF-0C55C92A3E97}" dt="2026-03-23T21:46:23.207" v="11427" actId="20577"/>
          <ac:spMkLst>
            <pc:docMk/>
            <pc:sldMk cId="3946132971" sldId="275"/>
            <ac:spMk id="2" creationId="{C21808AD-5243-E68B-EC86-B9A6B56572F7}"/>
          </ac:spMkLst>
        </pc:spChg>
        <pc:spChg chg="mod">
          <ac:chgData name="Angelo Attivissimo" userId="f366678c-3975-4660-b4b5-82ae6bfd5c96" providerId="ADAL" clId="{37B399F5-3952-4CE5-99EF-0C55C92A3E97}" dt="2026-03-14T17:59:37.193" v="1949"/>
          <ac:spMkLst>
            <pc:docMk/>
            <pc:sldMk cId="3946132971" sldId="275"/>
            <ac:spMk id="3" creationId="{335535A7-3763-DF2D-CB34-80108AFA3254}"/>
          </ac:spMkLst>
        </pc:spChg>
        <pc:spChg chg="add mod">
          <ac:chgData name="Angelo Attivissimo" userId="f366678c-3975-4660-b4b5-82ae6bfd5c96" providerId="ADAL" clId="{37B399F5-3952-4CE5-99EF-0C55C92A3E97}" dt="2026-03-17T09:41:55.297" v="4647" actId="1076"/>
          <ac:spMkLst>
            <pc:docMk/>
            <pc:sldMk cId="3946132971" sldId="275"/>
            <ac:spMk id="4" creationId="{E80D94F8-37C1-7ADE-59A4-ECA157E1CF1B}"/>
          </ac:spMkLst>
        </pc:spChg>
        <pc:spChg chg="add mod">
          <ac:chgData name="Angelo Attivissimo" userId="f366678c-3975-4660-b4b5-82ae6bfd5c96" providerId="ADAL" clId="{37B399F5-3952-4CE5-99EF-0C55C92A3E97}" dt="2026-03-17T10:26:56.052" v="4786" actId="1076"/>
          <ac:spMkLst>
            <pc:docMk/>
            <pc:sldMk cId="3946132971" sldId="275"/>
            <ac:spMk id="5" creationId="{1EB1FC1C-E18D-8F8E-92F7-82408C375101}"/>
          </ac:spMkLst>
        </pc:spChg>
        <pc:spChg chg="add mod">
          <ac:chgData name="Angelo Attivissimo" userId="f366678c-3975-4660-b4b5-82ae6bfd5c96" providerId="ADAL" clId="{37B399F5-3952-4CE5-99EF-0C55C92A3E97}" dt="2026-03-17T10:26:56.052" v="4786" actId="1076"/>
          <ac:spMkLst>
            <pc:docMk/>
            <pc:sldMk cId="3946132971" sldId="275"/>
            <ac:spMk id="12" creationId="{AD57952D-296E-C262-210F-2920CD8E4119}"/>
          </ac:spMkLst>
        </pc:spChg>
        <pc:spChg chg="add mod">
          <ac:chgData name="Angelo Attivissimo" userId="f366678c-3975-4660-b4b5-82ae6bfd5c96" providerId="ADAL" clId="{37B399F5-3952-4CE5-99EF-0C55C92A3E97}" dt="2026-03-17T09:41:57.181" v="4648" actId="14100"/>
          <ac:spMkLst>
            <pc:docMk/>
            <pc:sldMk cId="3946132971" sldId="275"/>
            <ac:spMk id="13" creationId="{DE0C008D-2699-32F9-A4F8-A60E6884A12A}"/>
          </ac:spMkLst>
        </pc:spChg>
        <pc:spChg chg="add mod">
          <ac:chgData name="Angelo Attivissimo" userId="f366678c-3975-4660-b4b5-82ae6bfd5c96" providerId="ADAL" clId="{37B399F5-3952-4CE5-99EF-0C55C92A3E97}" dt="2026-03-17T10:26:56.052" v="4786" actId="1076"/>
          <ac:spMkLst>
            <pc:docMk/>
            <pc:sldMk cId="3946132971" sldId="275"/>
            <ac:spMk id="14" creationId="{EF06004B-446C-1132-DA68-575AC684857F}"/>
          </ac:spMkLst>
        </pc:spChg>
        <pc:spChg chg="add mod">
          <ac:chgData name="Angelo Attivissimo" userId="f366678c-3975-4660-b4b5-82ae6bfd5c96" providerId="ADAL" clId="{37B399F5-3952-4CE5-99EF-0C55C92A3E97}" dt="2026-03-17T10:26:56.052" v="4786" actId="1076"/>
          <ac:spMkLst>
            <pc:docMk/>
            <pc:sldMk cId="3946132971" sldId="275"/>
            <ac:spMk id="15" creationId="{4A5F05F6-5969-C03A-6083-E5544E0DECAA}"/>
          </ac:spMkLst>
        </pc:spChg>
        <pc:spChg chg="add mod">
          <ac:chgData name="Angelo Attivissimo" userId="f366678c-3975-4660-b4b5-82ae6bfd5c96" providerId="ADAL" clId="{37B399F5-3952-4CE5-99EF-0C55C92A3E97}" dt="2026-03-17T09:40:07.260" v="4631" actId="1076"/>
          <ac:spMkLst>
            <pc:docMk/>
            <pc:sldMk cId="3946132971" sldId="275"/>
            <ac:spMk id="17" creationId="{982EC5F7-174F-C469-88D1-A86C2CAFA98E}"/>
          </ac:spMkLst>
        </pc:spChg>
        <pc:spChg chg="add mod">
          <ac:chgData name="Angelo Attivissimo" userId="f366678c-3975-4660-b4b5-82ae6bfd5c96" providerId="ADAL" clId="{37B399F5-3952-4CE5-99EF-0C55C92A3E97}" dt="2026-03-17T10:26:56.052" v="4786" actId="1076"/>
          <ac:spMkLst>
            <pc:docMk/>
            <pc:sldMk cId="3946132971" sldId="275"/>
            <ac:spMk id="18" creationId="{7B13DEAA-EB2A-6870-4E71-FB32F7C519DB}"/>
          </ac:spMkLst>
        </pc:spChg>
        <pc:spChg chg="add mod">
          <ac:chgData name="Angelo Attivissimo" userId="f366678c-3975-4660-b4b5-82ae6bfd5c96" providerId="ADAL" clId="{37B399F5-3952-4CE5-99EF-0C55C92A3E97}" dt="2026-03-17T10:26:56.052" v="4786" actId="1076"/>
          <ac:spMkLst>
            <pc:docMk/>
            <pc:sldMk cId="3946132971" sldId="275"/>
            <ac:spMk id="19" creationId="{2E07B101-1DCC-3DD2-573C-B76E8430E8B9}"/>
          </ac:spMkLst>
        </pc:spChg>
        <pc:spChg chg="add mod">
          <ac:chgData name="Angelo Attivissimo" userId="f366678c-3975-4660-b4b5-82ae6bfd5c96" providerId="ADAL" clId="{37B399F5-3952-4CE5-99EF-0C55C92A3E97}" dt="2026-03-17T10:26:56.052" v="4786" actId="1076"/>
          <ac:spMkLst>
            <pc:docMk/>
            <pc:sldMk cId="3946132971" sldId="275"/>
            <ac:spMk id="24" creationId="{E6192991-D5B1-4476-705C-DF40E8D6439A}"/>
          </ac:spMkLst>
        </pc:spChg>
        <pc:spChg chg="add mod">
          <ac:chgData name="Angelo Attivissimo" userId="f366678c-3975-4660-b4b5-82ae6bfd5c96" providerId="ADAL" clId="{37B399F5-3952-4CE5-99EF-0C55C92A3E97}" dt="2026-03-22T15:53:58.512" v="10201" actId="1076"/>
          <ac:spMkLst>
            <pc:docMk/>
            <pc:sldMk cId="3946132971" sldId="275"/>
            <ac:spMk id="26" creationId="{88BFB72E-CDED-D702-4532-2EF5672B25D5}"/>
          </ac:spMkLst>
        </pc:spChg>
        <pc:spChg chg="add mod">
          <ac:chgData name="Angelo Attivissimo" userId="f366678c-3975-4660-b4b5-82ae6bfd5c96" providerId="ADAL" clId="{37B399F5-3952-4CE5-99EF-0C55C92A3E97}" dt="2026-03-17T10:26:56.052" v="4786" actId="1076"/>
          <ac:spMkLst>
            <pc:docMk/>
            <pc:sldMk cId="3946132971" sldId="275"/>
            <ac:spMk id="27" creationId="{0D53D01C-00CA-B9C9-547E-26352F8722A7}"/>
          </ac:spMkLst>
        </pc:spChg>
        <pc:spChg chg="add mod">
          <ac:chgData name="Angelo Attivissimo" userId="f366678c-3975-4660-b4b5-82ae6bfd5c96" providerId="ADAL" clId="{37B399F5-3952-4CE5-99EF-0C55C92A3E97}" dt="2026-03-17T10:26:56.052" v="4786" actId="1076"/>
          <ac:spMkLst>
            <pc:docMk/>
            <pc:sldMk cId="3946132971" sldId="275"/>
            <ac:spMk id="44" creationId="{82B93B01-78A2-1411-06CB-FF5A9B151165}"/>
          </ac:spMkLst>
        </pc:spChg>
        <pc:spChg chg="add del mod">
          <ac:chgData name="Angelo Attivissimo" userId="f366678c-3975-4660-b4b5-82ae6bfd5c96" providerId="ADAL" clId="{37B399F5-3952-4CE5-99EF-0C55C92A3E97}" dt="2026-03-23T21:28:28.015" v="11306"/>
          <ac:spMkLst>
            <pc:docMk/>
            <pc:sldMk cId="3946132971" sldId="275"/>
            <ac:spMk id="68" creationId="{C21A25FC-D693-672B-A15E-FC91D076F715}"/>
          </ac:spMkLst>
        </pc:spChg>
        <pc:spChg chg="add mod">
          <ac:chgData name="Angelo Attivissimo" userId="f366678c-3975-4660-b4b5-82ae6bfd5c96" providerId="ADAL" clId="{37B399F5-3952-4CE5-99EF-0C55C92A3E97}" dt="2026-03-17T09:43:07.826" v="4658" actId="1076"/>
          <ac:spMkLst>
            <pc:docMk/>
            <pc:sldMk cId="3946132971" sldId="275"/>
            <ac:spMk id="69" creationId="{41174B2F-EFF4-B24F-2C60-CA8957FBF97E}"/>
          </ac:spMkLst>
        </pc:spChg>
        <pc:spChg chg="add mod">
          <ac:chgData name="Angelo Attivissimo" userId="f366678c-3975-4660-b4b5-82ae6bfd5c96" providerId="ADAL" clId="{37B399F5-3952-4CE5-99EF-0C55C92A3E97}" dt="2026-03-23T21:29:13.948" v="11318" actId="20577"/>
          <ac:spMkLst>
            <pc:docMk/>
            <pc:sldMk cId="3946132971" sldId="275"/>
            <ac:spMk id="101" creationId="{5891D9A8-CEE7-1F8D-E374-E818A11AAF7F}"/>
          </ac:spMkLst>
        </pc:spChg>
        <pc:spChg chg="add mod">
          <ac:chgData name="Angelo Attivissimo" userId="f366678c-3975-4660-b4b5-82ae6bfd5c96" providerId="ADAL" clId="{37B399F5-3952-4CE5-99EF-0C55C92A3E97}" dt="2026-03-17T10:25:34.241" v="4785" actId="20577"/>
          <ac:spMkLst>
            <pc:docMk/>
            <pc:sldMk cId="3946132971" sldId="275"/>
            <ac:spMk id="107" creationId="{BA2D6FD8-D4BD-FAD1-A96D-E9FB3D5DC7CA}"/>
          </ac:spMkLst>
        </pc:spChg>
        <pc:spChg chg="add mod">
          <ac:chgData name="Angelo Attivissimo" userId="f366678c-3975-4660-b4b5-82ae6bfd5c96" providerId="ADAL" clId="{37B399F5-3952-4CE5-99EF-0C55C92A3E97}" dt="2026-03-22T15:55:21.990" v="10234" actId="1076"/>
          <ac:spMkLst>
            <pc:docMk/>
            <pc:sldMk cId="3946132971" sldId="275"/>
            <ac:spMk id="115" creationId="{68481F26-6880-61DF-9FB3-57A2D81B5F36}"/>
          </ac:spMkLst>
        </pc:spChg>
        <pc:picChg chg="add mod">
          <ac:chgData name="Angelo Attivissimo" userId="f366678c-3975-4660-b4b5-82ae6bfd5c96" providerId="ADAL" clId="{37B399F5-3952-4CE5-99EF-0C55C92A3E97}" dt="2026-03-22T15:55:21.990" v="10234" actId="1076"/>
          <ac:picMkLst>
            <pc:docMk/>
            <pc:sldMk cId="3946132971" sldId="275"/>
            <ac:picMk id="109" creationId="{FA8DE162-CF0D-B01F-0F53-23541158C556}"/>
          </ac:picMkLst>
        </pc:picChg>
        <pc:cxnChg chg="add mod">
          <ac:chgData name="Angelo Attivissimo" userId="f366678c-3975-4660-b4b5-82ae6bfd5c96" providerId="ADAL" clId="{37B399F5-3952-4CE5-99EF-0C55C92A3E97}" dt="2026-03-17T09:41:55.297" v="4647" actId="1076"/>
          <ac:cxnSpMkLst>
            <pc:docMk/>
            <pc:sldMk cId="3946132971" sldId="275"/>
            <ac:cxnSpMk id="29" creationId="{768B5487-B58F-C509-E44D-585BEFCEED09}"/>
          </ac:cxnSpMkLst>
        </pc:cxnChg>
        <pc:cxnChg chg="add mod">
          <ac:chgData name="Angelo Attivissimo" userId="f366678c-3975-4660-b4b5-82ae6bfd5c96" providerId="ADAL" clId="{37B399F5-3952-4CE5-99EF-0C55C92A3E97}" dt="2026-03-17T09:41:55.297" v="4647" actId="1076"/>
          <ac:cxnSpMkLst>
            <pc:docMk/>
            <pc:sldMk cId="3946132971" sldId="275"/>
            <ac:cxnSpMk id="32" creationId="{535FE58F-0358-AE2B-AC26-E5F6BD30722A}"/>
          </ac:cxnSpMkLst>
        </pc:cxnChg>
        <pc:cxnChg chg="add mod">
          <ac:chgData name="Angelo Attivissimo" userId="f366678c-3975-4660-b4b5-82ae6bfd5c96" providerId="ADAL" clId="{37B399F5-3952-4CE5-99EF-0C55C92A3E97}" dt="2026-03-17T09:40:07.260" v="4631" actId="1076"/>
          <ac:cxnSpMkLst>
            <pc:docMk/>
            <pc:sldMk cId="3946132971" sldId="275"/>
            <ac:cxnSpMk id="35" creationId="{E5BD50C0-1DD5-F2DF-8D03-FF8F8965D4B6}"/>
          </ac:cxnSpMkLst>
        </pc:cxnChg>
        <pc:cxnChg chg="add mod">
          <ac:chgData name="Angelo Attivissimo" userId="f366678c-3975-4660-b4b5-82ae6bfd5c96" providerId="ADAL" clId="{37B399F5-3952-4CE5-99EF-0C55C92A3E97}" dt="2026-03-17T09:40:07.260" v="4631" actId="1076"/>
          <ac:cxnSpMkLst>
            <pc:docMk/>
            <pc:sldMk cId="3946132971" sldId="275"/>
            <ac:cxnSpMk id="38" creationId="{7A516188-E477-5D06-C9C2-CB7BF1D4ED88}"/>
          </ac:cxnSpMkLst>
        </pc:cxnChg>
        <pc:cxnChg chg="add mod">
          <ac:chgData name="Angelo Attivissimo" userId="f366678c-3975-4660-b4b5-82ae6bfd5c96" providerId="ADAL" clId="{37B399F5-3952-4CE5-99EF-0C55C92A3E97}" dt="2026-03-17T09:42:29.325" v="4654" actId="1076"/>
          <ac:cxnSpMkLst>
            <pc:docMk/>
            <pc:sldMk cId="3946132971" sldId="275"/>
            <ac:cxnSpMk id="40" creationId="{53DE9FC9-1CD7-B7F2-559E-6DA7E415BB02}"/>
          </ac:cxnSpMkLst>
        </pc:cxnChg>
        <pc:cxnChg chg="add mod">
          <ac:chgData name="Angelo Attivissimo" userId="f366678c-3975-4660-b4b5-82ae6bfd5c96" providerId="ADAL" clId="{37B399F5-3952-4CE5-99EF-0C55C92A3E97}" dt="2026-03-17T09:43:00.423" v="4657" actId="1076"/>
          <ac:cxnSpMkLst>
            <pc:docMk/>
            <pc:sldMk cId="3946132971" sldId="275"/>
            <ac:cxnSpMk id="43" creationId="{96F100B4-39E4-AAC8-F987-53C2AFA32900}"/>
          </ac:cxnSpMkLst>
        </pc:cxnChg>
        <pc:cxnChg chg="add mod">
          <ac:chgData name="Angelo Attivissimo" userId="f366678c-3975-4660-b4b5-82ae6bfd5c96" providerId="ADAL" clId="{37B399F5-3952-4CE5-99EF-0C55C92A3E97}" dt="2026-03-23T21:28:28.015" v="11306"/>
          <ac:cxnSpMkLst>
            <pc:docMk/>
            <pc:sldMk cId="3946132971" sldId="275"/>
            <ac:cxnSpMk id="87" creationId="{D15BD421-614A-4B81-9BDC-429C000D9574}"/>
          </ac:cxnSpMkLst>
        </pc:cxnChg>
        <pc:cxnChg chg="add mod">
          <ac:chgData name="Angelo Attivissimo" userId="f366678c-3975-4660-b4b5-82ae6bfd5c96" providerId="ADAL" clId="{37B399F5-3952-4CE5-99EF-0C55C92A3E97}" dt="2026-03-17T09:43:41.330" v="4663" actId="1582"/>
          <ac:cxnSpMkLst>
            <pc:docMk/>
            <pc:sldMk cId="3946132971" sldId="275"/>
            <ac:cxnSpMk id="96" creationId="{65A9C363-5755-05A9-20A6-96121F211480}"/>
          </ac:cxnSpMkLst>
        </pc:cxnChg>
        <pc:cxnChg chg="add mod">
          <ac:chgData name="Angelo Attivissimo" userId="f366678c-3975-4660-b4b5-82ae6bfd5c96" providerId="ADAL" clId="{37B399F5-3952-4CE5-99EF-0C55C92A3E97}" dt="2026-03-17T09:43:51.184" v="4664" actId="14100"/>
          <ac:cxnSpMkLst>
            <pc:docMk/>
            <pc:sldMk cId="3946132971" sldId="275"/>
            <ac:cxnSpMk id="98" creationId="{D80067C7-A6DC-7FDA-0474-1E0814A4F41E}"/>
          </ac:cxnSpMkLst>
        </pc:cxnChg>
        <pc:cxnChg chg="add mod">
          <ac:chgData name="Angelo Attivissimo" userId="f366678c-3975-4660-b4b5-82ae6bfd5c96" providerId="ADAL" clId="{37B399F5-3952-4CE5-99EF-0C55C92A3E97}" dt="2026-03-23T21:29:13.948" v="11318" actId="20577"/>
          <ac:cxnSpMkLst>
            <pc:docMk/>
            <pc:sldMk cId="3946132971" sldId="275"/>
            <ac:cxnSpMk id="104" creationId="{648D15CE-4031-96E9-9B58-5BBE1DBAF971}"/>
          </ac:cxnSpMkLst>
        </pc:cxnChg>
      </pc:sldChg>
      <pc:sldChg chg="addSp modSp new mod modNotesTx">
        <pc:chgData name="Angelo Attivissimo" userId="f366678c-3975-4660-b4b5-82ae6bfd5c96" providerId="ADAL" clId="{37B399F5-3952-4CE5-99EF-0C55C92A3E97}" dt="2026-03-23T21:46:35.255" v="11439" actId="20577"/>
        <pc:sldMkLst>
          <pc:docMk/>
          <pc:sldMk cId="1137222548" sldId="276"/>
        </pc:sldMkLst>
        <pc:spChg chg="mod">
          <ac:chgData name="Angelo Attivissimo" userId="f366678c-3975-4660-b4b5-82ae6bfd5c96" providerId="ADAL" clId="{37B399F5-3952-4CE5-99EF-0C55C92A3E97}" dt="2026-03-23T21:46:35.255" v="11439" actId="20577"/>
          <ac:spMkLst>
            <pc:docMk/>
            <pc:sldMk cId="1137222548" sldId="276"/>
            <ac:spMk id="2" creationId="{B893D507-EE38-6D53-5711-AB8F8690A7EF}"/>
          </ac:spMkLst>
        </pc:spChg>
        <pc:spChg chg="mod">
          <ac:chgData name="Angelo Attivissimo" userId="f366678c-3975-4660-b4b5-82ae6bfd5c96" providerId="ADAL" clId="{37B399F5-3952-4CE5-99EF-0C55C92A3E97}" dt="2026-03-17T14:15:32.694" v="5612"/>
          <ac:spMkLst>
            <pc:docMk/>
            <pc:sldMk cId="1137222548" sldId="276"/>
            <ac:spMk id="3" creationId="{37EEED98-DA05-FD81-BAD4-9B67C255AD11}"/>
          </ac:spMkLst>
        </pc:spChg>
        <pc:spChg chg="add mod">
          <ac:chgData name="Angelo Attivissimo" userId="f366678c-3975-4660-b4b5-82ae6bfd5c96" providerId="ADAL" clId="{37B399F5-3952-4CE5-99EF-0C55C92A3E97}" dt="2026-03-17T11:11:22.977" v="5190" actId="255"/>
          <ac:spMkLst>
            <pc:docMk/>
            <pc:sldMk cId="1137222548" sldId="276"/>
            <ac:spMk id="4" creationId="{8C4FC44D-49E1-CFB4-F53F-DE847C831552}"/>
          </ac:spMkLst>
        </pc:spChg>
        <pc:spChg chg="add mod">
          <ac:chgData name="Angelo Attivissimo" userId="f366678c-3975-4660-b4b5-82ae6bfd5c96" providerId="ADAL" clId="{37B399F5-3952-4CE5-99EF-0C55C92A3E97}" dt="2026-03-17T11:27:50.761" v="5443" actId="1076"/>
          <ac:spMkLst>
            <pc:docMk/>
            <pc:sldMk cId="1137222548" sldId="276"/>
            <ac:spMk id="5" creationId="{DD66CBE9-1EB8-F85F-7A83-F3CE3068AFF3}"/>
          </ac:spMkLst>
        </pc:spChg>
        <pc:spChg chg="add mod">
          <ac:chgData name="Angelo Attivissimo" userId="f366678c-3975-4660-b4b5-82ae6bfd5c96" providerId="ADAL" clId="{37B399F5-3952-4CE5-99EF-0C55C92A3E97}" dt="2026-03-17T11:27:55.241" v="5444" actId="1076"/>
          <ac:spMkLst>
            <pc:docMk/>
            <pc:sldMk cId="1137222548" sldId="276"/>
            <ac:spMk id="6" creationId="{32F8777D-9205-339F-CA76-F17ECFADA3CB}"/>
          </ac:spMkLst>
        </pc:spChg>
        <pc:spChg chg="add mod">
          <ac:chgData name="Angelo Attivissimo" userId="f366678c-3975-4660-b4b5-82ae6bfd5c96" providerId="ADAL" clId="{37B399F5-3952-4CE5-99EF-0C55C92A3E97}" dt="2026-03-17T11:27:41.601" v="5441" actId="1076"/>
          <ac:spMkLst>
            <pc:docMk/>
            <pc:sldMk cId="1137222548" sldId="276"/>
            <ac:spMk id="7" creationId="{08AA3829-4EA8-D784-D51D-7ED41D770202}"/>
          </ac:spMkLst>
        </pc:spChg>
        <pc:spChg chg="add mod">
          <ac:chgData name="Angelo Attivissimo" userId="f366678c-3975-4660-b4b5-82ae6bfd5c96" providerId="ADAL" clId="{37B399F5-3952-4CE5-99EF-0C55C92A3E97}" dt="2026-03-17T11:27:13.172" v="5433" actId="1076"/>
          <ac:spMkLst>
            <pc:docMk/>
            <pc:sldMk cId="1137222548" sldId="276"/>
            <ac:spMk id="8" creationId="{9EACF287-C0CB-E022-221C-E9E265243767}"/>
          </ac:spMkLst>
        </pc:spChg>
      </pc:sldChg>
      <pc:sldChg chg="addSp modSp new mod">
        <pc:chgData name="Angelo Attivissimo" userId="f366678c-3975-4660-b4b5-82ae6bfd5c96" providerId="ADAL" clId="{37B399F5-3952-4CE5-99EF-0C55C92A3E97}" dt="2026-03-23T21:46:47.998" v="11451" actId="20577"/>
        <pc:sldMkLst>
          <pc:docMk/>
          <pc:sldMk cId="1988747570" sldId="277"/>
        </pc:sldMkLst>
        <pc:spChg chg="mod">
          <ac:chgData name="Angelo Attivissimo" userId="f366678c-3975-4660-b4b5-82ae6bfd5c96" providerId="ADAL" clId="{37B399F5-3952-4CE5-99EF-0C55C92A3E97}" dt="2026-03-23T21:46:47.998" v="11451" actId="20577"/>
          <ac:spMkLst>
            <pc:docMk/>
            <pc:sldMk cId="1988747570" sldId="277"/>
            <ac:spMk id="2" creationId="{DFD8EAAD-CB84-8500-7121-3431BF883EB4}"/>
          </ac:spMkLst>
        </pc:spChg>
        <pc:spChg chg="mod">
          <ac:chgData name="Angelo Attivissimo" userId="f366678c-3975-4660-b4b5-82ae6bfd5c96" providerId="ADAL" clId="{37B399F5-3952-4CE5-99EF-0C55C92A3E97}" dt="2026-03-17T14:38:00.720" v="5852" actId="20577"/>
          <ac:spMkLst>
            <pc:docMk/>
            <pc:sldMk cId="1988747570" sldId="277"/>
            <ac:spMk id="3" creationId="{97A913A2-1433-2F84-84DB-2268FA62763A}"/>
          </ac:spMkLst>
        </pc:spChg>
        <pc:spChg chg="add mod">
          <ac:chgData name="Angelo Attivissimo" userId="f366678c-3975-4660-b4b5-82ae6bfd5c96" providerId="ADAL" clId="{37B399F5-3952-4CE5-99EF-0C55C92A3E97}" dt="2026-03-17T11:49:00.902" v="5471" actId="1076"/>
          <ac:spMkLst>
            <pc:docMk/>
            <pc:sldMk cId="1988747570" sldId="277"/>
            <ac:spMk id="4" creationId="{CB24B7A5-5178-7C6C-B253-F89C6D85BA58}"/>
          </ac:spMkLst>
        </pc:spChg>
        <pc:spChg chg="add mod">
          <ac:chgData name="Angelo Attivissimo" userId="f366678c-3975-4660-b4b5-82ae6bfd5c96" providerId="ADAL" clId="{37B399F5-3952-4CE5-99EF-0C55C92A3E97}" dt="2026-03-17T15:14:49.906" v="6093" actId="1076"/>
          <ac:spMkLst>
            <pc:docMk/>
            <pc:sldMk cId="1988747570" sldId="277"/>
            <ac:spMk id="13" creationId="{4800848E-36B7-692E-39D0-2925C0290B12}"/>
          </ac:spMkLst>
        </pc:spChg>
        <pc:spChg chg="add mod">
          <ac:chgData name="Angelo Attivissimo" userId="f366678c-3975-4660-b4b5-82ae6bfd5c96" providerId="ADAL" clId="{37B399F5-3952-4CE5-99EF-0C55C92A3E97}" dt="2026-03-17T15:14:10.309" v="6080" actId="14100"/>
          <ac:spMkLst>
            <pc:docMk/>
            <pc:sldMk cId="1988747570" sldId="277"/>
            <ac:spMk id="14" creationId="{55E283BF-56A4-B15F-B5DC-8D86C944BB97}"/>
          </ac:spMkLst>
        </pc:spChg>
        <pc:picChg chg="add mod">
          <ac:chgData name="Angelo Attivissimo" userId="f366678c-3975-4660-b4b5-82ae6bfd5c96" providerId="ADAL" clId="{37B399F5-3952-4CE5-99EF-0C55C92A3E97}" dt="2026-03-17T15:14:47.547" v="6092" actId="1076"/>
          <ac:picMkLst>
            <pc:docMk/>
            <pc:sldMk cId="1988747570" sldId="277"/>
            <ac:picMk id="6" creationId="{9D74C1D8-7670-28E5-72C2-EB1A3A486CB9}"/>
          </ac:picMkLst>
        </pc:picChg>
        <pc:picChg chg="add mod">
          <ac:chgData name="Angelo Attivissimo" userId="f366678c-3975-4660-b4b5-82ae6bfd5c96" providerId="ADAL" clId="{37B399F5-3952-4CE5-99EF-0C55C92A3E97}" dt="2026-03-17T15:14:47.547" v="6092" actId="1076"/>
          <ac:picMkLst>
            <pc:docMk/>
            <pc:sldMk cId="1988747570" sldId="277"/>
            <ac:picMk id="8" creationId="{52B5A734-248B-138E-CACA-4134FBAB077E}"/>
          </ac:picMkLst>
        </pc:picChg>
        <pc:picChg chg="add mod">
          <ac:chgData name="Angelo Attivissimo" userId="f366678c-3975-4660-b4b5-82ae6bfd5c96" providerId="ADAL" clId="{37B399F5-3952-4CE5-99EF-0C55C92A3E97}" dt="2026-03-17T15:14:47.547" v="6092" actId="1076"/>
          <ac:picMkLst>
            <pc:docMk/>
            <pc:sldMk cId="1988747570" sldId="277"/>
            <ac:picMk id="10" creationId="{F1A3B78F-CFD9-EB1F-E25C-FFC531EE4BCF}"/>
          </ac:picMkLst>
        </pc:picChg>
        <pc:picChg chg="add mod">
          <ac:chgData name="Angelo Attivissimo" userId="f366678c-3975-4660-b4b5-82ae6bfd5c96" providerId="ADAL" clId="{37B399F5-3952-4CE5-99EF-0C55C92A3E97}" dt="2026-03-17T15:14:47.547" v="6092" actId="1076"/>
          <ac:picMkLst>
            <pc:docMk/>
            <pc:sldMk cId="1988747570" sldId="277"/>
            <ac:picMk id="12" creationId="{846B867A-A400-66E2-6C24-F19AB7B8CA65}"/>
          </ac:picMkLst>
        </pc:picChg>
      </pc:sldChg>
      <pc:sldChg chg="addSp modSp new mod modNotesTx">
        <pc:chgData name="Angelo Attivissimo" userId="f366678c-3975-4660-b4b5-82ae6bfd5c96" providerId="ADAL" clId="{37B399F5-3952-4CE5-99EF-0C55C92A3E97}" dt="2026-03-23T21:46:38.838" v="11442" actId="20577"/>
        <pc:sldMkLst>
          <pc:docMk/>
          <pc:sldMk cId="2774846892" sldId="278"/>
        </pc:sldMkLst>
        <pc:spChg chg="mod">
          <ac:chgData name="Angelo Attivissimo" userId="f366678c-3975-4660-b4b5-82ae6bfd5c96" providerId="ADAL" clId="{37B399F5-3952-4CE5-99EF-0C55C92A3E97}" dt="2026-03-23T21:46:38.838" v="11442" actId="20577"/>
          <ac:spMkLst>
            <pc:docMk/>
            <pc:sldMk cId="2774846892" sldId="278"/>
            <ac:spMk id="2" creationId="{1CBF9BD5-DDBB-363C-20CE-2F74BFBC3623}"/>
          </ac:spMkLst>
        </pc:spChg>
        <pc:spChg chg="mod">
          <ac:chgData name="Angelo Attivissimo" userId="f366678c-3975-4660-b4b5-82ae6bfd5c96" providerId="ADAL" clId="{37B399F5-3952-4CE5-99EF-0C55C92A3E97}" dt="2026-03-17T14:15:38.318" v="5618" actId="14100"/>
          <ac:spMkLst>
            <pc:docMk/>
            <pc:sldMk cId="2774846892" sldId="278"/>
            <ac:spMk id="3" creationId="{557F7761-69A0-3EA6-B5D5-DD38604DD384}"/>
          </ac:spMkLst>
        </pc:spChg>
        <pc:spChg chg="add mod">
          <ac:chgData name="Angelo Attivissimo" userId="f366678c-3975-4660-b4b5-82ae6bfd5c96" providerId="ADAL" clId="{37B399F5-3952-4CE5-99EF-0C55C92A3E97}" dt="2026-03-17T14:21:44.612" v="5622" actId="1076"/>
          <ac:spMkLst>
            <pc:docMk/>
            <pc:sldMk cId="2774846892" sldId="278"/>
            <ac:spMk id="4" creationId="{049A027C-D4AD-8A19-62EA-61E6B873EC68}"/>
          </ac:spMkLst>
        </pc:spChg>
        <pc:spChg chg="add mod">
          <ac:chgData name="Angelo Attivissimo" userId="f366678c-3975-4660-b4b5-82ae6bfd5c96" providerId="ADAL" clId="{37B399F5-3952-4CE5-99EF-0C55C92A3E97}" dt="2026-03-17T14:21:54.978" v="5625" actId="255"/>
          <ac:spMkLst>
            <pc:docMk/>
            <pc:sldMk cId="2774846892" sldId="278"/>
            <ac:spMk id="5" creationId="{3AD77CA5-E95C-4053-5A30-9E007A076577}"/>
          </ac:spMkLst>
        </pc:spChg>
        <pc:spChg chg="add mod">
          <ac:chgData name="Angelo Attivissimo" userId="f366678c-3975-4660-b4b5-82ae6bfd5c96" providerId="ADAL" clId="{37B399F5-3952-4CE5-99EF-0C55C92A3E97}" dt="2026-03-17T14:31:26.842" v="5815" actId="20577"/>
          <ac:spMkLst>
            <pc:docMk/>
            <pc:sldMk cId="2774846892" sldId="278"/>
            <ac:spMk id="6" creationId="{18BEC58E-2643-DD88-8F58-499B1B35C4C5}"/>
          </ac:spMkLst>
        </pc:spChg>
        <pc:spChg chg="add mod">
          <ac:chgData name="Angelo Attivissimo" userId="f366678c-3975-4660-b4b5-82ae6bfd5c96" providerId="ADAL" clId="{37B399F5-3952-4CE5-99EF-0C55C92A3E97}" dt="2026-03-17T14:30:49.431" v="5811" actId="1076"/>
          <ac:spMkLst>
            <pc:docMk/>
            <pc:sldMk cId="2774846892" sldId="278"/>
            <ac:spMk id="7" creationId="{8A4B4B41-BD46-4422-DE64-F1A45785A2C0}"/>
          </ac:spMkLst>
        </pc:spChg>
        <pc:spChg chg="add mod">
          <ac:chgData name="Angelo Attivissimo" userId="f366678c-3975-4660-b4b5-82ae6bfd5c96" providerId="ADAL" clId="{37B399F5-3952-4CE5-99EF-0C55C92A3E97}" dt="2026-03-17T14:31:06.839" v="5814" actId="1076"/>
          <ac:spMkLst>
            <pc:docMk/>
            <pc:sldMk cId="2774846892" sldId="278"/>
            <ac:spMk id="8" creationId="{D294122B-CF5B-DE4B-2BB2-40CE65F46C0A}"/>
          </ac:spMkLst>
        </pc:spChg>
        <pc:spChg chg="add mod">
          <ac:chgData name="Angelo Attivissimo" userId="f366678c-3975-4660-b4b5-82ae6bfd5c96" providerId="ADAL" clId="{37B399F5-3952-4CE5-99EF-0C55C92A3E97}" dt="2026-03-22T16:36:47.589" v="10505" actId="1076"/>
          <ac:spMkLst>
            <pc:docMk/>
            <pc:sldMk cId="2774846892" sldId="278"/>
            <ac:spMk id="9" creationId="{C8280C6F-726D-7595-0EB9-9C3044FED7E5}"/>
          </ac:spMkLst>
        </pc:spChg>
      </pc:sldChg>
      <pc:sldChg chg="addSp delSp modSp add mod ord">
        <pc:chgData name="Angelo Attivissimo" userId="f366678c-3975-4660-b4b5-82ae6bfd5c96" providerId="ADAL" clId="{37B399F5-3952-4CE5-99EF-0C55C92A3E97}" dt="2026-03-23T21:46:44.828" v="11448" actId="20577"/>
        <pc:sldMkLst>
          <pc:docMk/>
          <pc:sldMk cId="1432346721" sldId="279"/>
        </pc:sldMkLst>
        <pc:spChg chg="mod">
          <ac:chgData name="Angelo Attivissimo" userId="f366678c-3975-4660-b4b5-82ae6bfd5c96" providerId="ADAL" clId="{37B399F5-3952-4CE5-99EF-0C55C92A3E97}" dt="2026-03-23T21:46:44.828" v="11448" actId="20577"/>
          <ac:spMkLst>
            <pc:docMk/>
            <pc:sldMk cId="1432346721" sldId="279"/>
            <ac:spMk id="2" creationId="{25B5895E-FE20-9E15-1D53-19097229DEF8}"/>
          </ac:spMkLst>
        </pc:spChg>
        <pc:spChg chg="mod">
          <ac:chgData name="Angelo Attivissimo" userId="f366678c-3975-4660-b4b5-82ae6bfd5c96" providerId="ADAL" clId="{37B399F5-3952-4CE5-99EF-0C55C92A3E97}" dt="2026-03-17T15:08:50.229" v="6031" actId="14100"/>
          <ac:spMkLst>
            <pc:docMk/>
            <pc:sldMk cId="1432346721" sldId="279"/>
            <ac:spMk id="4" creationId="{66800D8A-14AA-D3F5-FA42-54D53BF0E2FE}"/>
          </ac:spMkLst>
        </pc:spChg>
        <pc:spChg chg="add mod">
          <ac:chgData name="Angelo Attivissimo" userId="f366678c-3975-4660-b4b5-82ae6bfd5c96" providerId="ADAL" clId="{37B399F5-3952-4CE5-99EF-0C55C92A3E97}" dt="2026-03-22T16:43:09.330" v="10756" actId="1076"/>
          <ac:spMkLst>
            <pc:docMk/>
            <pc:sldMk cId="1432346721" sldId="279"/>
            <ac:spMk id="5" creationId="{AEF7A652-A3C5-00A2-3328-4BE15C1A1E61}"/>
          </ac:spMkLst>
        </pc:spChg>
        <pc:spChg chg="mod">
          <ac:chgData name="Angelo Attivissimo" userId="f366678c-3975-4660-b4b5-82ae6bfd5c96" providerId="ADAL" clId="{37B399F5-3952-4CE5-99EF-0C55C92A3E97}" dt="2026-03-17T15:25:29.546" v="6183" actId="1076"/>
          <ac:spMkLst>
            <pc:docMk/>
            <pc:sldMk cId="1432346721" sldId="279"/>
            <ac:spMk id="13" creationId="{DA9D2888-2923-B70C-CFD9-E4FF396B5FD1}"/>
          </ac:spMkLst>
        </pc:spChg>
        <pc:spChg chg="mod">
          <ac:chgData name="Angelo Attivissimo" userId="f366678c-3975-4660-b4b5-82ae6bfd5c96" providerId="ADAL" clId="{37B399F5-3952-4CE5-99EF-0C55C92A3E97}" dt="2026-03-17T15:25:16.560" v="6181" actId="20577"/>
          <ac:spMkLst>
            <pc:docMk/>
            <pc:sldMk cId="1432346721" sldId="279"/>
            <ac:spMk id="14" creationId="{C66ACABF-BB0E-DFD9-5D68-3B09188F5021}"/>
          </ac:spMkLst>
        </pc:spChg>
        <pc:picChg chg="add mod">
          <ac:chgData name="Angelo Attivissimo" userId="f366678c-3975-4660-b4b5-82ae6bfd5c96" providerId="ADAL" clId="{37B399F5-3952-4CE5-99EF-0C55C92A3E97}" dt="2026-03-17T15:09:45.550" v="6041"/>
          <ac:picMkLst>
            <pc:docMk/>
            <pc:sldMk cId="1432346721" sldId="279"/>
            <ac:picMk id="7" creationId="{CFDAE340-F2BC-ECFE-CF48-A8274D6323C0}"/>
          </ac:picMkLst>
        </pc:picChg>
        <pc:picChg chg="add mod">
          <ac:chgData name="Angelo Attivissimo" userId="f366678c-3975-4660-b4b5-82ae6bfd5c96" providerId="ADAL" clId="{37B399F5-3952-4CE5-99EF-0C55C92A3E97}" dt="2026-03-17T15:09:45.550" v="6041"/>
          <ac:picMkLst>
            <pc:docMk/>
            <pc:sldMk cId="1432346721" sldId="279"/>
            <ac:picMk id="9" creationId="{33A47950-1472-6768-F00F-A61CBECA9D0D}"/>
          </ac:picMkLst>
        </pc:picChg>
        <pc:picChg chg="add mod">
          <ac:chgData name="Angelo Attivissimo" userId="f366678c-3975-4660-b4b5-82ae6bfd5c96" providerId="ADAL" clId="{37B399F5-3952-4CE5-99EF-0C55C92A3E97}" dt="2026-03-17T15:09:45.550" v="6041"/>
          <ac:picMkLst>
            <pc:docMk/>
            <pc:sldMk cId="1432346721" sldId="279"/>
            <ac:picMk id="11" creationId="{09FD6F20-183A-408B-DCA7-04204EFD5A35}"/>
          </ac:picMkLst>
        </pc:picChg>
        <pc:picChg chg="add mod">
          <ac:chgData name="Angelo Attivissimo" userId="f366678c-3975-4660-b4b5-82ae6bfd5c96" providerId="ADAL" clId="{37B399F5-3952-4CE5-99EF-0C55C92A3E97}" dt="2026-03-17T15:09:45.550" v="6041"/>
          <ac:picMkLst>
            <pc:docMk/>
            <pc:sldMk cId="1432346721" sldId="279"/>
            <ac:picMk id="15" creationId="{82041E30-0755-E8CA-BF77-D72E04ABE728}"/>
          </ac:picMkLst>
        </pc:picChg>
      </pc:sldChg>
      <pc:sldChg chg="addSp delSp modSp new mod">
        <pc:chgData name="Angelo Attivissimo" userId="f366678c-3975-4660-b4b5-82ae6bfd5c96" providerId="ADAL" clId="{37B399F5-3952-4CE5-99EF-0C55C92A3E97}" dt="2026-03-23T21:46:41.765" v="11445" actId="20577"/>
        <pc:sldMkLst>
          <pc:docMk/>
          <pc:sldMk cId="1225415215" sldId="280"/>
        </pc:sldMkLst>
        <pc:spChg chg="mod">
          <ac:chgData name="Angelo Attivissimo" userId="f366678c-3975-4660-b4b5-82ae6bfd5c96" providerId="ADAL" clId="{37B399F5-3952-4CE5-99EF-0C55C92A3E97}" dt="2026-03-23T21:46:41.765" v="11445" actId="20577"/>
          <ac:spMkLst>
            <pc:docMk/>
            <pc:sldMk cId="1225415215" sldId="280"/>
            <ac:spMk id="2" creationId="{F037D69A-2628-8E5A-CBAD-6622A799DF9F}"/>
          </ac:spMkLst>
        </pc:spChg>
        <pc:spChg chg="mod">
          <ac:chgData name="Angelo Attivissimo" userId="f366678c-3975-4660-b4b5-82ae6bfd5c96" providerId="ADAL" clId="{37B399F5-3952-4CE5-99EF-0C55C92A3E97}" dt="2026-03-17T14:48:13.887" v="5884" actId="27636"/>
          <ac:spMkLst>
            <pc:docMk/>
            <pc:sldMk cId="1225415215" sldId="280"/>
            <ac:spMk id="3" creationId="{5955B2CE-5EED-BE08-4E7A-632F6E34B38D}"/>
          </ac:spMkLst>
        </pc:spChg>
        <pc:spChg chg="add mod">
          <ac:chgData name="Angelo Attivissimo" userId="f366678c-3975-4660-b4b5-82ae6bfd5c96" providerId="ADAL" clId="{37B399F5-3952-4CE5-99EF-0C55C92A3E97}" dt="2026-03-17T15:08:28.793" v="6028" actId="14100"/>
          <ac:spMkLst>
            <pc:docMk/>
            <pc:sldMk cId="1225415215" sldId="280"/>
            <ac:spMk id="4" creationId="{394FD1E7-BB09-4D0C-77CD-7B6A9D77035C}"/>
          </ac:spMkLst>
        </pc:spChg>
        <pc:spChg chg="add mod">
          <ac:chgData name="Angelo Attivissimo" userId="f366678c-3975-4660-b4b5-82ae6bfd5c96" providerId="ADAL" clId="{37B399F5-3952-4CE5-99EF-0C55C92A3E97}" dt="2026-03-17T15:21:40.247" v="6144" actId="255"/>
          <ac:spMkLst>
            <pc:docMk/>
            <pc:sldMk cId="1225415215" sldId="280"/>
            <ac:spMk id="5" creationId="{FEACD7C2-1E7C-9B54-B87B-F69BA4D68636}"/>
          </ac:spMkLst>
        </pc:spChg>
        <pc:spChg chg="add mod">
          <ac:chgData name="Angelo Attivissimo" userId="f366678c-3975-4660-b4b5-82ae6bfd5c96" providerId="ADAL" clId="{37B399F5-3952-4CE5-99EF-0C55C92A3E97}" dt="2026-03-22T16:42:52.106" v="10749" actId="1076"/>
          <ac:spMkLst>
            <pc:docMk/>
            <pc:sldMk cId="1225415215" sldId="280"/>
            <ac:spMk id="6" creationId="{7BC71FC5-B0F9-06C5-409D-2EB874E6CCD2}"/>
          </ac:spMkLst>
        </pc:spChg>
        <pc:spChg chg="add mod">
          <ac:chgData name="Angelo Attivissimo" userId="f366678c-3975-4660-b4b5-82ae6bfd5c96" providerId="ADAL" clId="{37B399F5-3952-4CE5-99EF-0C55C92A3E97}" dt="2026-03-17T15:21:44.312" v="6145" actId="1076"/>
          <ac:spMkLst>
            <pc:docMk/>
            <pc:sldMk cId="1225415215" sldId="280"/>
            <ac:spMk id="12" creationId="{E8C07957-BCD2-65AA-6547-2B0786C9DFFB}"/>
          </ac:spMkLst>
        </pc:spChg>
        <pc:picChg chg="add mod">
          <ac:chgData name="Angelo Attivissimo" userId="f366678c-3975-4660-b4b5-82ae6bfd5c96" providerId="ADAL" clId="{37B399F5-3952-4CE5-99EF-0C55C92A3E97}" dt="2026-03-17T15:21:02.446" v="6135" actId="1076"/>
          <ac:picMkLst>
            <pc:docMk/>
            <pc:sldMk cId="1225415215" sldId="280"/>
            <ac:picMk id="8" creationId="{AA7BCB05-9852-FCF3-1828-59432ED71D44}"/>
          </ac:picMkLst>
        </pc:picChg>
        <pc:picChg chg="add mod">
          <ac:chgData name="Angelo Attivissimo" userId="f366678c-3975-4660-b4b5-82ae6bfd5c96" providerId="ADAL" clId="{37B399F5-3952-4CE5-99EF-0C55C92A3E97}" dt="2026-03-17T15:21:02.446" v="6135" actId="1076"/>
          <ac:picMkLst>
            <pc:docMk/>
            <pc:sldMk cId="1225415215" sldId="280"/>
            <ac:picMk id="9" creationId="{C3A7DDF8-92D7-D767-9C66-9A56B6BEEC17}"/>
          </ac:picMkLst>
        </pc:picChg>
        <pc:picChg chg="add mod">
          <ac:chgData name="Angelo Attivissimo" userId="f366678c-3975-4660-b4b5-82ae6bfd5c96" providerId="ADAL" clId="{37B399F5-3952-4CE5-99EF-0C55C92A3E97}" dt="2026-03-17T15:21:02.446" v="6135" actId="1076"/>
          <ac:picMkLst>
            <pc:docMk/>
            <pc:sldMk cId="1225415215" sldId="280"/>
            <ac:picMk id="10" creationId="{8CBDD34A-3480-55D6-4E94-42AE128E8268}"/>
          </ac:picMkLst>
        </pc:picChg>
        <pc:picChg chg="add mod">
          <ac:chgData name="Angelo Attivissimo" userId="f366678c-3975-4660-b4b5-82ae6bfd5c96" providerId="ADAL" clId="{37B399F5-3952-4CE5-99EF-0C55C92A3E97}" dt="2026-03-17T15:21:02.446" v="6135" actId="1076"/>
          <ac:picMkLst>
            <pc:docMk/>
            <pc:sldMk cId="1225415215" sldId="280"/>
            <ac:picMk id="16" creationId="{64BD6692-4091-0813-7960-CCF50B1C1B74}"/>
          </ac:picMkLst>
        </pc:picChg>
      </pc:sldChg>
      <pc:sldChg chg="addSp delSp modSp new mod modNotesTx">
        <pc:chgData name="Angelo Attivissimo" userId="f366678c-3975-4660-b4b5-82ae6bfd5c96" providerId="ADAL" clId="{37B399F5-3952-4CE5-99EF-0C55C92A3E97}" dt="2026-03-23T21:46:50.757" v="11454" actId="20577"/>
        <pc:sldMkLst>
          <pc:docMk/>
          <pc:sldMk cId="4090913793" sldId="281"/>
        </pc:sldMkLst>
        <pc:spChg chg="mod">
          <ac:chgData name="Angelo Attivissimo" userId="f366678c-3975-4660-b4b5-82ae6bfd5c96" providerId="ADAL" clId="{37B399F5-3952-4CE5-99EF-0C55C92A3E97}" dt="2026-03-23T21:46:50.757" v="11454" actId="20577"/>
          <ac:spMkLst>
            <pc:docMk/>
            <pc:sldMk cId="4090913793" sldId="281"/>
            <ac:spMk id="2" creationId="{1F768C69-0C0D-82F8-C59E-2289AF1A3475}"/>
          </ac:spMkLst>
        </pc:spChg>
        <pc:spChg chg="mod">
          <ac:chgData name="Angelo Attivissimo" userId="f366678c-3975-4660-b4b5-82ae6bfd5c96" providerId="ADAL" clId="{37B399F5-3952-4CE5-99EF-0C55C92A3E97}" dt="2026-03-17T15:53:02.173" v="6222" actId="20577"/>
          <ac:spMkLst>
            <pc:docMk/>
            <pc:sldMk cId="4090913793" sldId="281"/>
            <ac:spMk id="3" creationId="{3A0704B0-5B3B-AA89-573B-1EF21B49C698}"/>
          </ac:spMkLst>
        </pc:spChg>
        <pc:spChg chg="add mod">
          <ac:chgData name="Angelo Attivissimo" userId="f366678c-3975-4660-b4b5-82ae6bfd5c96" providerId="ADAL" clId="{37B399F5-3952-4CE5-99EF-0C55C92A3E97}" dt="2026-03-17T15:54:28.674" v="6228" actId="1076"/>
          <ac:spMkLst>
            <pc:docMk/>
            <pc:sldMk cId="4090913793" sldId="281"/>
            <ac:spMk id="4" creationId="{BFF5E3F3-78A5-70DB-6FD8-98F5527A6648}"/>
          </ac:spMkLst>
        </pc:spChg>
        <pc:graphicFrameChg chg="add mod modGraphic">
          <ac:chgData name="Angelo Attivissimo" userId="f366678c-3975-4660-b4b5-82ae6bfd5c96" providerId="ADAL" clId="{37B399F5-3952-4CE5-99EF-0C55C92A3E97}" dt="2026-03-23T21:35:54.630" v="11339" actId="113"/>
          <ac:graphicFrameMkLst>
            <pc:docMk/>
            <pc:sldMk cId="4090913793" sldId="281"/>
            <ac:graphicFrameMk id="7" creationId="{F059D8D9-401E-18DF-2409-D4897743E7A8}"/>
          </ac:graphicFrameMkLst>
        </pc:graphicFrameChg>
      </pc:sldChg>
      <pc:sldChg chg="addSp modSp new mod">
        <pc:chgData name="Angelo Attivissimo" userId="f366678c-3975-4660-b4b5-82ae6bfd5c96" providerId="ADAL" clId="{37B399F5-3952-4CE5-99EF-0C55C92A3E97}" dt="2026-03-23T21:46:54.087" v="11457" actId="20577"/>
        <pc:sldMkLst>
          <pc:docMk/>
          <pc:sldMk cId="265532905" sldId="282"/>
        </pc:sldMkLst>
        <pc:spChg chg="mod">
          <ac:chgData name="Angelo Attivissimo" userId="f366678c-3975-4660-b4b5-82ae6bfd5c96" providerId="ADAL" clId="{37B399F5-3952-4CE5-99EF-0C55C92A3E97}" dt="2026-03-23T21:46:54.087" v="11457" actId="20577"/>
          <ac:spMkLst>
            <pc:docMk/>
            <pc:sldMk cId="265532905" sldId="282"/>
            <ac:spMk id="2" creationId="{A1999508-5F44-E531-2EC8-30529721421B}"/>
          </ac:spMkLst>
        </pc:spChg>
        <pc:spChg chg="mod">
          <ac:chgData name="Angelo Attivissimo" userId="f366678c-3975-4660-b4b5-82ae6bfd5c96" providerId="ADAL" clId="{37B399F5-3952-4CE5-99EF-0C55C92A3E97}" dt="2026-03-22T16:58:55.875" v="10787" actId="14100"/>
          <ac:spMkLst>
            <pc:docMk/>
            <pc:sldMk cId="265532905" sldId="282"/>
            <ac:spMk id="3" creationId="{00D96912-8F72-F48C-B5EC-D1C31895702D}"/>
          </ac:spMkLst>
        </pc:spChg>
        <pc:spChg chg="add mod">
          <ac:chgData name="Angelo Attivissimo" userId="f366678c-3975-4660-b4b5-82ae6bfd5c96" providerId="ADAL" clId="{37B399F5-3952-4CE5-99EF-0C55C92A3E97}" dt="2026-03-17T17:17:01.179" v="6581" actId="14100"/>
          <ac:spMkLst>
            <pc:docMk/>
            <pc:sldMk cId="265532905" sldId="282"/>
            <ac:spMk id="8" creationId="{C68AFBBF-8D8F-0651-BD59-A8C8D3AC6BE4}"/>
          </ac:spMkLst>
        </pc:spChg>
        <pc:spChg chg="add mod">
          <ac:chgData name="Angelo Attivissimo" userId="f366678c-3975-4660-b4b5-82ae6bfd5c96" providerId="ADAL" clId="{37B399F5-3952-4CE5-99EF-0C55C92A3E97}" dt="2026-03-17T17:16:49.283" v="6578" actId="14100"/>
          <ac:spMkLst>
            <pc:docMk/>
            <pc:sldMk cId="265532905" sldId="282"/>
            <ac:spMk id="9" creationId="{40AD7D55-E307-A265-9581-0750E00BE0B4}"/>
          </ac:spMkLst>
        </pc:spChg>
        <pc:spChg chg="add mod">
          <ac:chgData name="Angelo Attivissimo" userId="f366678c-3975-4660-b4b5-82ae6bfd5c96" providerId="ADAL" clId="{37B399F5-3952-4CE5-99EF-0C55C92A3E97}" dt="2026-03-17T17:19:31.512" v="6590" actId="1076"/>
          <ac:spMkLst>
            <pc:docMk/>
            <pc:sldMk cId="265532905" sldId="282"/>
            <ac:spMk id="10" creationId="{EE0798AE-052C-BD94-2B36-858EEA6CEB61}"/>
          </ac:spMkLst>
        </pc:spChg>
        <pc:spChg chg="add mod">
          <ac:chgData name="Angelo Attivissimo" userId="f366678c-3975-4660-b4b5-82ae6bfd5c96" providerId="ADAL" clId="{37B399F5-3952-4CE5-99EF-0C55C92A3E97}" dt="2026-03-17T17:20:22.712" v="6656" actId="1076"/>
          <ac:spMkLst>
            <pc:docMk/>
            <pc:sldMk cId="265532905" sldId="282"/>
            <ac:spMk id="11" creationId="{493B5296-6249-4E4E-B50E-6B4808F7CCCF}"/>
          </ac:spMkLst>
        </pc:spChg>
        <pc:picChg chg="add mod">
          <ac:chgData name="Angelo Attivissimo" userId="f366678c-3975-4660-b4b5-82ae6bfd5c96" providerId="ADAL" clId="{37B399F5-3952-4CE5-99EF-0C55C92A3E97}" dt="2026-03-17T17:16:58.266" v="6580" actId="14100"/>
          <ac:picMkLst>
            <pc:docMk/>
            <pc:sldMk cId="265532905" sldId="282"/>
            <ac:picMk id="5" creationId="{C0C57458-0628-109A-C25F-E7A62EFC8489}"/>
          </ac:picMkLst>
        </pc:picChg>
        <pc:picChg chg="add mod modCrop">
          <ac:chgData name="Angelo Attivissimo" userId="f366678c-3975-4660-b4b5-82ae6bfd5c96" providerId="ADAL" clId="{37B399F5-3952-4CE5-99EF-0C55C92A3E97}" dt="2026-03-17T17:16:46.344" v="6577" actId="14100"/>
          <ac:picMkLst>
            <pc:docMk/>
            <pc:sldMk cId="265532905" sldId="282"/>
            <ac:picMk id="7" creationId="{9DDD0C94-4F40-34C3-B848-6946E2220F4A}"/>
          </ac:picMkLst>
        </pc:picChg>
      </pc:sldChg>
      <pc:sldChg chg="addSp delSp modSp new mod">
        <pc:chgData name="Angelo Attivissimo" userId="f366678c-3975-4660-b4b5-82ae6bfd5c96" providerId="ADAL" clId="{37B399F5-3952-4CE5-99EF-0C55C92A3E97}" dt="2026-03-23T21:46:57.012" v="11460" actId="20577"/>
        <pc:sldMkLst>
          <pc:docMk/>
          <pc:sldMk cId="2080731317" sldId="283"/>
        </pc:sldMkLst>
        <pc:spChg chg="mod">
          <ac:chgData name="Angelo Attivissimo" userId="f366678c-3975-4660-b4b5-82ae6bfd5c96" providerId="ADAL" clId="{37B399F5-3952-4CE5-99EF-0C55C92A3E97}" dt="2026-03-23T21:46:57.012" v="11460" actId="20577"/>
          <ac:spMkLst>
            <pc:docMk/>
            <pc:sldMk cId="2080731317" sldId="283"/>
            <ac:spMk id="2" creationId="{E90CD54D-4798-ED08-1343-9FE88C2085BD}"/>
          </ac:spMkLst>
        </pc:spChg>
        <pc:spChg chg="mod">
          <ac:chgData name="Angelo Attivissimo" userId="f366678c-3975-4660-b4b5-82ae6bfd5c96" providerId="ADAL" clId="{37B399F5-3952-4CE5-99EF-0C55C92A3E97}" dt="2026-03-22T16:59:24.002" v="10812" actId="14100"/>
          <ac:spMkLst>
            <pc:docMk/>
            <pc:sldMk cId="2080731317" sldId="283"/>
            <ac:spMk id="3" creationId="{7ED94C63-BAEF-1D2E-BBE3-8687017E51A7}"/>
          </ac:spMkLst>
        </pc:spChg>
        <pc:spChg chg="add mod">
          <ac:chgData name="Angelo Attivissimo" userId="f366678c-3975-4660-b4b5-82ae6bfd5c96" providerId="ADAL" clId="{37B399F5-3952-4CE5-99EF-0C55C92A3E97}" dt="2026-03-17T17:45:10.915" v="6729" actId="1076"/>
          <ac:spMkLst>
            <pc:docMk/>
            <pc:sldMk cId="2080731317" sldId="283"/>
            <ac:spMk id="12" creationId="{C097F465-B881-7840-8727-CD1BEB184EE4}"/>
          </ac:spMkLst>
        </pc:spChg>
        <pc:spChg chg="add mod">
          <ac:chgData name="Angelo Attivissimo" userId="f366678c-3975-4660-b4b5-82ae6bfd5c96" providerId="ADAL" clId="{37B399F5-3952-4CE5-99EF-0C55C92A3E97}" dt="2026-03-17T17:45:10.915" v="6729" actId="1076"/>
          <ac:spMkLst>
            <pc:docMk/>
            <pc:sldMk cId="2080731317" sldId="283"/>
            <ac:spMk id="13" creationId="{28E4D3EF-4212-3AF3-1A3F-BE7E69351956}"/>
          </ac:spMkLst>
        </pc:spChg>
        <pc:spChg chg="add mod">
          <ac:chgData name="Angelo Attivissimo" userId="f366678c-3975-4660-b4b5-82ae6bfd5c96" providerId="ADAL" clId="{37B399F5-3952-4CE5-99EF-0C55C92A3E97}" dt="2026-03-17T17:45:10.915" v="6729" actId="1076"/>
          <ac:spMkLst>
            <pc:docMk/>
            <pc:sldMk cId="2080731317" sldId="283"/>
            <ac:spMk id="15" creationId="{B9C3DAE3-F187-3CDD-F8D0-25D05FD3978C}"/>
          </ac:spMkLst>
        </pc:spChg>
        <pc:spChg chg="add mod">
          <ac:chgData name="Angelo Attivissimo" userId="f366678c-3975-4660-b4b5-82ae6bfd5c96" providerId="ADAL" clId="{37B399F5-3952-4CE5-99EF-0C55C92A3E97}" dt="2026-03-17T17:46:57.983" v="6748" actId="14100"/>
          <ac:spMkLst>
            <pc:docMk/>
            <pc:sldMk cId="2080731317" sldId="283"/>
            <ac:spMk id="18" creationId="{5B5481BA-FF99-6A31-EF5F-2DF54A9A56EF}"/>
          </ac:spMkLst>
        </pc:spChg>
        <pc:spChg chg="add mod">
          <ac:chgData name="Angelo Attivissimo" userId="f366678c-3975-4660-b4b5-82ae6bfd5c96" providerId="ADAL" clId="{37B399F5-3952-4CE5-99EF-0C55C92A3E97}" dt="2026-03-17T17:49:19.132" v="6857" actId="404"/>
          <ac:spMkLst>
            <pc:docMk/>
            <pc:sldMk cId="2080731317" sldId="283"/>
            <ac:spMk id="19" creationId="{D3B2EE15-DF17-7F0A-772C-0FFBA2A92485}"/>
          </ac:spMkLst>
        </pc:spChg>
        <pc:spChg chg="add mod">
          <ac:chgData name="Angelo Attivissimo" userId="f366678c-3975-4660-b4b5-82ae6bfd5c96" providerId="ADAL" clId="{37B399F5-3952-4CE5-99EF-0C55C92A3E97}" dt="2026-03-17T17:49:58.825" v="6864" actId="1076"/>
          <ac:spMkLst>
            <pc:docMk/>
            <pc:sldMk cId="2080731317" sldId="283"/>
            <ac:spMk id="20" creationId="{E6CBEB32-1FD3-C598-B766-C3A2FE4F021D}"/>
          </ac:spMkLst>
        </pc:spChg>
        <pc:spChg chg="add mod">
          <ac:chgData name="Angelo Attivissimo" userId="f366678c-3975-4660-b4b5-82ae6bfd5c96" providerId="ADAL" clId="{37B399F5-3952-4CE5-99EF-0C55C92A3E97}" dt="2026-03-17T17:49:47.564" v="6863" actId="1076"/>
          <ac:spMkLst>
            <pc:docMk/>
            <pc:sldMk cId="2080731317" sldId="283"/>
            <ac:spMk id="21" creationId="{CBE6BF77-6DAB-B5F1-D7CE-B08FD2A29199}"/>
          </ac:spMkLst>
        </pc:spChg>
        <pc:picChg chg="add mod modCrop">
          <ac:chgData name="Angelo Attivissimo" userId="f366678c-3975-4660-b4b5-82ae6bfd5c96" providerId="ADAL" clId="{37B399F5-3952-4CE5-99EF-0C55C92A3E97}" dt="2026-03-17T17:45:27.851" v="6733" actId="732"/>
          <ac:picMkLst>
            <pc:docMk/>
            <pc:sldMk cId="2080731317" sldId="283"/>
            <ac:picMk id="5" creationId="{AFA45CC7-DCB7-4B6F-B58A-5E1BFD1DF7FC}"/>
          </ac:picMkLst>
        </pc:picChg>
        <pc:picChg chg="add mod modCrop">
          <ac:chgData name="Angelo Attivissimo" userId="f366678c-3975-4660-b4b5-82ae6bfd5c96" providerId="ADAL" clId="{37B399F5-3952-4CE5-99EF-0C55C92A3E97}" dt="2026-03-17T17:45:38.491" v="6735" actId="732"/>
          <ac:picMkLst>
            <pc:docMk/>
            <pc:sldMk cId="2080731317" sldId="283"/>
            <ac:picMk id="7" creationId="{1251A8BA-DDC7-FA75-1767-A412D9ABD17E}"/>
          </ac:picMkLst>
        </pc:picChg>
        <pc:picChg chg="add mod modCrop">
          <ac:chgData name="Angelo Attivissimo" userId="f366678c-3975-4660-b4b5-82ae6bfd5c96" providerId="ADAL" clId="{37B399F5-3952-4CE5-99EF-0C55C92A3E97}" dt="2026-03-17T17:45:48.636" v="6737" actId="732"/>
          <ac:picMkLst>
            <pc:docMk/>
            <pc:sldMk cId="2080731317" sldId="283"/>
            <ac:picMk id="9" creationId="{C89D5A02-4344-0598-31B4-742BC4F069D8}"/>
          </ac:picMkLst>
        </pc:picChg>
        <pc:picChg chg="add mod modCrop">
          <ac:chgData name="Angelo Attivissimo" userId="f366678c-3975-4660-b4b5-82ae6bfd5c96" providerId="ADAL" clId="{37B399F5-3952-4CE5-99EF-0C55C92A3E97}" dt="2026-03-17T17:46:53.466" v="6747" actId="1076"/>
          <ac:picMkLst>
            <pc:docMk/>
            <pc:sldMk cId="2080731317" sldId="283"/>
            <ac:picMk id="17" creationId="{20388D4B-5B9B-781A-EBB3-75012404F5F2}"/>
          </ac:picMkLst>
        </pc:picChg>
      </pc:sldChg>
      <pc:sldChg chg="addSp delSp modSp new mod">
        <pc:chgData name="Angelo Attivissimo" userId="f366678c-3975-4660-b4b5-82ae6bfd5c96" providerId="ADAL" clId="{37B399F5-3952-4CE5-99EF-0C55C92A3E97}" dt="2026-03-23T21:46:59.955" v="11463" actId="20577"/>
        <pc:sldMkLst>
          <pc:docMk/>
          <pc:sldMk cId="3794926214" sldId="284"/>
        </pc:sldMkLst>
        <pc:spChg chg="mod">
          <ac:chgData name="Angelo Attivissimo" userId="f366678c-3975-4660-b4b5-82ae6bfd5c96" providerId="ADAL" clId="{37B399F5-3952-4CE5-99EF-0C55C92A3E97}" dt="2026-03-23T21:46:59.955" v="11463" actId="20577"/>
          <ac:spMkLst>
            <pc:docMk/>
            <pc:sldMk cId="3794926214" sldId="284"/>
            <ac:spMk id="2" creationId="{FA47A916-D4B2-7DE9-219D-E1B3FC47E186}"/>
          </ac:spMkLst>
        </pc:spChg>
        <pc:spChg chg="mod">
          <ac:chgData name="Angelo Attivissimo" userId="f366678c-3975-4660-b4b5-82ae6bfd5c96" providerId="ADAL" clId="{37B399F5-3952-4CE5-99EF-0C55C92A3E97}" dt="2026-03-22T17:03:59.831" v="10823" actId="20577"/>
          <ac:spMkLst>
            <pc:docMk/>
            <pc:sldMk cId="3794926214" sldId="284"/>
            <ac:spMk id="3" creationId="{BE9A7D78-E37D-8A5F-EBEE-0FABCF32AF70}"/>
          </ac:spMkLst>
        </pc:spChg>
        <pc:spChg chg="add mod ord">
          <ac:chgData name="Angelo Attivissimo" userId="f366678c-3975-4660-b4b5-82ae6bfd5c96" providerId="ADAL" clId="{37B399F5-3952-4CE5-99EF-0C55C92A3E97}" dt="2026-03-18T11:36:47.093" v="8007" actId="166"/>
          <ac:spMkLst>
            <pc:docMk/>
            <pc:sldMk cId="3794926214" sldId="284"/>
            <ac:spMk id="4" creationId="{0E673A7A-7EB0-4B25-CC73-7CA7B6D3B612}"/>
          </ac:spMkLst>
        </pc:spChg>
        <pc:spChg chg="add mod ord">
          <ac:chgData name="Angelo Attivissimo" userId="f366678c-3975-4660-b4b5-82ae6bfd5c96" providerId="ADAL" clId="{37B399F5-3952-4CE5-99EF-0C55C92A3E97}" dt="2026-03-18T11:36:44.723" v="8006" actId="166"/>
          <ac:spMkLst>
            <pc:docMk/>
            <pc:sldMk cId="3794926214" sldId="284"/>
            <ac:spMk id="8" creationId="{A4FBD8D2-F480-CD5B-26C9-1807CE6A8AA6}"/>
          </ac:spMkLst>
        </pc:spChg>
        <pc:spChg chg="add mod">
          <ac:chgData name="Angelo Attivissimo" userId="f366678c-3975-4660-b4b5-82ae6bfd5c96" providerId="ADAL" clId="{37B399F5-3952-4CE5-99EF-0C55C92A3E97}" dt="2026-03-18T08:41:28.220" v="6979" actId="14100"/>
          <ac:spMkLst>
            <pc:docMk/>
            <pc:sldMk cId="3794926214" sldId="284"/>
            <ac:spMk id="11" creationId="{B0653934-2835-0BC7-B4A4-CDE84FFF0686}"/>
          </ac:spMkLst>
        </pc:spChg>
        <pc:spChg chg="add mod">
          <ac:chgData name="Angelo Attivissimo" userId="f366678c-3975-4660-b4b5-82ae6bfd5c96" providerId="ADAL" clId="{37B399F5-3952-4CE5-99EF-0C55C92A3E97}" dt="2026-03-18T08:41:06.625" v="6976" actId="1076"/>
          <ac:spMkLst>
            <pc:docMk/>
            <pc:sldMk cId="3794926214" sldId="284"/>
            <ac:spMk id="12" creationId="{CD0F86DE-A7F7-BABE-DF1A-6B69DF48E587}"/>
          </ac:spMkLst>
        </pc:spChg>
        <pc:picChg chg="add mod">
          <ac:chgData name="Angelo Attivissimo" userId="f366678c-3975-4660-b4b5-82ae6bfd5c96" providerId="ADAL" clId="{37B399F5-3952-4CE5-99EF-0C55C92A3E97}" dt="2026-03-18T08:37:02.883" v="6882" actId="1076"/>
          <ac:picMkLst>
            <pc:docMk/>
            <pc:sldMk cId="3794926214" sldId="284"/>
            <ac:picMk id="5" creationId="{0C92BFA6-2BEC-AFF9-1BD9-FA2457A5E34A}"/>
          </ac:picMkLst>
        </pc:picChg>
        <pc:picChg chg="add mod">
          <ac:chgData name="Angelo Attivissimo" userId="f366678c-3975-4660-b4b5-82ae6bfd5c96" providerId="ADAL" clId="{37B399F5-3952-4CE5-99EF-0C55C92A3E97}" dt="2026-03-18T08:39:14.378" v="6905" actId="14100"/>
          <ac:picMkLst>
            <pc:docMk/>
            <pc:sldMk cId="3794926214" sldId="284"/>
            <ac:picMk id="10" creationId="{AD3CF466-2B29-AED7-C497-5BB6EB217556}"/>
          </ac:picMkLst>
        </pc:picChg>
      </pc:sldChg>
      <pc:sldChg chg="addSp modSp new mod">
        <pc:chgData name="Angelo Attivissimo" userId="f366678c-3975-4660-b4b5-82ae6bfd5c96" providerId="ADAL" clId="{37B399F5-3952-4CE5-99EF-0C55C92A3E97}" dt="2026-03-23T21:47:03.580" v="11466" actId="20577"/>
        <pc:sldMkLst>
          <pc:docMk/>
          <pc:sldMk cId="1630809877" sldId="285"/>
        </pc:sldMkLst>
        <pc:spChg chg="mod">
          <ac:chgData name="Angelo Attivissimo" userId="f366678c-3975-4660-b4b5-82ae6bfd5c96" providerId="ADAL" clId="{37B399F5-3952-4CE5-99EF-0C55C92A3E97}" dt="2026-03-23T21:47:03.580" v="11466" actId="20577"/>
          <ac:spMkLst>
            <pc:docMk/>
            <pc:sldMk cId="1630809877" sldId="285"/>
            <ac:spMk id="2" creationId="{471BB6CB-6D4A-D43E-AA7A-577FD91A9255}"/>
          </ac:spMkLst>
        </pc:spChg>
        <pc:spChg chg="mod">
          <ac:chgData name="Angelo Attivissimo" userId="f366678c-3975-4660-b4b5-82ae6bfd5c96" providerId="ADAL" clId="{37B399F5-3952-4CE5-99EF-0C55C92A3E97}" dt="2026-03-18T09:55:47.653" v="7059" actId="20577"/>
          <ac:spMkLst>
            <pc:docMk/>
            <pc:sldMk cId="1630809877" sldId="285"/>
            <ac:spMk id="3" creationId="{27FF0909-7E2E-EF63-A7B1-D73418AB728B}"/>
          </ac:spMkLst>
        </pc:spChg>
        <pc:spChg chg="add mod">
          <ac:chgData name="Angelo Attivissimo" userId="f366678c-3975-4660-b4b5-82ae6bfd5c96" providerId="ADAL" clId="{37B399F5-3952-4CE5-99EF-0C55C92A3E97}" dt="2026-03-18T09:59:01.205" v="7083" actId="1076"/>
          <ac:spMkLst>
            <pc:docMk/>
            <pc:sldMk cId="1630809877" sldId="285"/>
            <ac:spMk id="12" creationId="{02B9813A-D9F0-EE7C-8B25-9B36A2EF925F}"/>
          </ac:spMkLst>
        </pc:spChg>
        <pc:spChg chg="add mod">
          <ac:chgData name="Angelo Attivissimo" userId="f366678c-3975-4660-b4b5-82ae6bfd5c96" providerId="ADAL" clId="{37B399F5-3952-4CE5-99EF-0C55C92A3E97}" dt="2026-03-18T09:59:01.205" v="7083" actId="1076"/>
          <ac:spMkLst>
            <pc:docMk/>
            <pc:sldMk cId="1630809877" sldId="285"/>
            <ac:spMk id="13" creationId="{BBF0461B-775B-7323-9F57-AEDDD0E7FE81}"/>
          </ac:spMkLst>
        </pc:spChg>
        <pc:spChg chg="add mod">
          <ac:chgData name="Angelo Attivissimo" userId="f366678c-3975-4660-b4b5-82ae6bfd5c96" providerId="ADAL" clId="{37B399F5-3952-4CE5-99EF-0C55C92A3E97}" dt="2026-03-18T09:59:01.205" v="7083" actId="1076"/>
          <ac:spMkLst>
            <pc:docMk/>
            <pc:sldMk cId="1630809877" sldId="285"/>
            <ac:spMk id="14" creationId="{E845952F-BF6B-E621-7BBC-8DB1638E0E1A}"/>
          </ac:spMkLst>
        </pc:spChg>
        <pc:spChg chg="add mod">
          <ac:chgData name="Angelo Attivissimo" userId="f366678c-3975-4660-b4b5-82ae6bfd5c96" providerId="ADAL" clId="{37B399F5-3952-4CE5-99EF-0C55C92A3E97}" dt="2026-03-18T09:59:01.205" v="7083" actId="1076"/>
          <ac:spMkLst>
            <pc:docMk/>
            <pc:sldMk cId="1630809877" sldId="285"/>
            <ac:spMk id="15" creationId="{3FF8C38B-EA4F-03D8-0851-9F3B15A627DD}"/>
          </ac:spMkLst>
        </pc:spChg>
        <pc:spChg chg="add mod">
          <ac:chgData name="Angelo Attivissimo" userId="f366678c-3975-4660-b4b5-82ae6bfd5c96" providerId="ADAL" clId="{37B399F5-3952-4CE5-99EF-0C55C92A3E97}" dt="2026-03-18T10:00:48.012" v="7091" actId="207"/>
          <ac:spMkLst>
            <pc:docMk/>
            <pc:sldMk cId="1630809877" sldId="285"/>
            <ac:spMk id="16" creationId="{50A0E5CF-6746-F2D1-4E4E-48202488B5C1}"/>
          </ac:spMkLst>
        </pc:spChg>
        <pc:picChg chg="add mod">
          <ac:chgData name="Angelo Attivissimo" userId="f366678c-3975-4660-b4b5-82ae6bfd5c96" providerId="ADAL" clId="{37B399F5-3952-4CE5-99EF-0C55C92A3E97}" dt="2026-03-18T09:59:01.205" v="7083" actId="1076"/>
          <ac:picMkLst>
            <pc:docMk/>
            <pc:sldMk cId="1630809877" sldId="285"/>
            <ac:picMk id="5" creationId="{9E420D50-630F-B5CC-D79C-9A9747333C19}"/>
          </ac:picMkLst>
        </pc:picChg>
        <pc:picChg chg="add mod">
          <ac:chgData name="Angelo Attivissimo" userId="f366678c-3975-4660-b4b5-82ae6bfd5c96" providerId="ADAL" clId="{37B399F5-3952-4CE5-99EF-0C55C92A3E97}" dt="2026-03-18T09:59:01.205" v="7083" actId="1076"/>
          <ac:picMkLst>
            <pc:docMk/>
            <pc:sldMk cId="1630809877" sldId="285"/>
            <ac:picMk id="7" creationId="{369AEFCB-02A3-778A-81ED-B1DAA2926BB2}"/>
          </ac:picMkLst>
        </pc:picChg>
        <pc:picChg chg="add mod">
          <ac:chgData name="Angelo Attivissimo" userId="f366678c-3975-4660-b4b5-82ae6bfd5c96" providerId="ADAL" clId="{37B399F5-3952-4CE5-99EF-0C55C92A3E97}" dt="2026-03-18T09:59:01.205" v="7083" actId="1076"/>
          <ac:picMkLst>
            <pc:docMk/>
            <pc:sldMk cId="1630809877" sldId="285"/>
            <ac:picMk id="9" creationId="{3EA6F07F-355D-691B-DA8D-332CD9F5EBC3}"/>
          </ac:picMkLst>
        </pc:picChg>
        <pc:picChg chg="add mod">
          <ac:chgData name="Angelo Attivissimo" userId="f366678c-3975-4660-b4b5-82ae6bfd5c96" providerId="ADAL" clId="{37B399F5-3952-4CE5-99EF-0C55C92A3E97}" dt="2026-03-18T09:59:01.205" v="7083" actId="1076"/>
          <ac:picMkLst>
            <pc:docMk/>
            <pc:sldMk cId="1630809877" sldId="285"/>
            <ac:picMk id="11" creationId="{C728C56A-487F-3928-0017-64DC36664382}"/>
          </ac:picMkLst>
        </pc:picChg>
      </pc:sldChg>
      <pc:sldChg chg="addSp modSp new mod">
        <pc:chgData name="Angelo Attivissimo" userId="f366678c-3975-4660-b4b5-82ae6bfd5c96" providerId="ADAL" clId="{37B399F5-3952-4CE5-99EF-0C55C92A3E97}" dt="2026-03-23T21:47:06.851" v="11469" actId="20577"/>
        <pc:sldMkLst>
          <pc:docMk/>
          <pc:sldMk cId="852297481" sldId="286"/>
        </pc:sldMkLst>
        <pc:spChg chg="mod">
          <ac:chgData name="Angelo Attivissimo" userId="f366678c-3975-4660-b4b5-82ae6bfd5c96" providerId="ADAL" clId="{37B399F5-3952-4CE5-99EF-0C55C92A3E97}" dt="2026-03-23T21:47:06.851" v="11469" actId="20577"/>
          <ac:spMkLst>
            <pc:docMk/>
            <pc:sldMk cId="852297481" sldId="286"/>
            <ac:spMk id="2" creationId="{F4D63C85-9180-70B1-87AD-7D07F22F2AD8}"/>
          </ac:spMkLst>
        </pc:spChg>
        <pc:spChg chg="mod">
          <ac:chgData name="Angelo Attivissimo" userId="f366678c-3975-4660-b4b5-82ae6bfd5c96" providerId="ADAL" clId="{37B399F5-3952-4CE5-99EF-0C55C92A3E97}" dt="2026-03-18T10:01:09.309" v="7104" actId="20577"/>
          <ac:spMkLst>
            <pc:docMk/>
            <pc:sldMk cId="852297481" sldId="286"/>
            <ac:spMk id="3" creationId="{A488589D-0C41-FFBB-8564-DCD66B9AC107}"/>
          </ac:spMkLst>
        </pc:spChg>
        <pc:spChg chg="add mod">
          <ac:chgData name="Angelo Attivissimo" userId="f366678c-3975-4660-b4b5-82ae6bfd5c96" providerId="ADAL" clId="{37B399F5-3952-4CE5-99EF-0C55C92A3E97}" dt="2026-03-22T17:19:54.142" v="10836"/>
          <ac:spMkLst>
            <pc:docMk/>
            <pc:sldMk cId="852297481" sldId="286"/>
            <ac:spMk id="4" creationId="{8DCFDEC5-B358-801A-26D9-3C66923928DD}"/>
          </ac:spMkLst>
        </pc:spChg>
      </pc:sldChg>
      <pc:sldChg chg="addSp modSp new mod">
        <pc:chgData name="Angelo Attivissimo" userId="f366678c-3975-4660-b4b5-82ae6bfd5c96" providerId="ADAL" clId="{37B399F5-3952-4CE5-99EF-0C55C92A3E97}" dt="2026-03-23T21:47:09.922" v="11472" actId="20577"/>
        <pc:sldMkLst>
          <pc:docMk/>
          <pc:sldMk cId="3206061969" sldId="287"/>
        </pc:sldMkLst>
        <pc:spChg chg="mod">
          <ac:chgData name="Angelo Attivissimo" userId="f366678c-3975-4660-b4b5-82ae6bfd5c96" providerId="ADAL" clId="{37B399F5-3952-4CE5-99EF-0C55C92A3E97}" dt="2026-03-23T21:47:09.922" v="11472" actId="20577"/>
          <ac:spMkLst>
            <pc:docMk/>
            <pc:sldMk cId="3206061969" sldId="287"/>
            <ac:spMk id="2" creationId="{8847CB95-B743-456D-4479-21AA35DE7371}"/>
          </ac:spMkLst>
        </pc:spChg>
        <pc:spChg chg="mod">
          <ac:chgData name="Angelo Attivissimo" userId="f366678c-3975-4660-b4b5-82ae6bfd5c96" providerId="ADAL" clId="{37B399F5-3952-4CE5-99EF-0C55C92A3E97}" dt="2026-03-18T10:01:14.276" v="7115" actId="20577"/>
          <ac:spMkLst>
            <pc:docMk/>
            <pc:sldMk cId="3206061969" sldId="287"/>
            <ac:spMk id="3" creationId="{112E19C6-ECC3-37A5-8AEE-21537C2B5048}"/>
          </ac:spMkLst>
        </pc:spChg>
        <pc:spChg chg="add mod">
          <ac:chgData name="Angelo Attivissimo" userId="f366678c-3975-4660-b4b5-82ae6bfd5c96" providerId="ADAL" clId="{37B399F5-3952-4CE5-99EF-0C55C92A3E97}" dt="2026-03-18T10:03:44.075" v="7134" actId="1076"/>
          <ac:spMkLst>
            <pc:docMk/>
            <pc:sldMk cId="3206061969" sldId="287"/>
            <ac:spMk id="5" creationId="{DC75F23A-6F89-3019-96E9-5E6DEF19B4BC}"/>
          </ac:spMkLst>
        </pc:spChg>
        <pc:spChg chg="add mod">
          <ac:chgData name="Angelo Attivissimo" userId="f366678c-3975-4660-b4b5-82ae6bfd5c96" providerId="ADAL" clId="{37B399F5-3952-4CE5-99EF-0C55C92A3E97}" dt="2026-03-18T10:04:15.046" v="7135" actId="1076"/>
          <ac:spMkLst>
            <pc:docMk/>
            <pc:sldMk cId="3206061969" sldId="287"/>
            <ac:spMk id="6" creationId="{A827A6BF-D40A-D67A-5F8D-A3CD323B9A67}"/>
          </ac:spMkLst>
        </pc:spChg>
        <pc:picChg chg="add mod">
          <ac:chgData name="Angelo Attivissimo" userId="f366678c-3975-4660-b4b5-82ae6bfd5c96" providerId="ADAL" clId="{37B399F5-3952-4CE5-99EF-0C55C92A3E97}" dt="2026-03-18T10:03:44.075" v="7134" actId="1076"/>
          <ac:picMkLst>
            <pc:docMk/>
            <pc:sldMk cId="3206061969" sldId="287"/>
            <ac:picMk id="4" creationId="{55A61A06-3807-D3AB-517E-92F110FE7989}"/>
          </ac:picMkLst>
        </pc:picChg>
      </pc:sldChg>
      <pc:sldChg chg="addSp delSp modSp new mod modNotesTx">
        <pc:chgData name="Angelo Attivissimo" userId="f366678c-3975-4660-b4b5-82ae6bfd5c96" providerId="ADAL" clId="{37B399F5-3952-4CE5-99EF-0C55C92A3E97}" dt="2026-03-23T21:43:34.393" v="11385" actId="20577"/>
        <pc:sldMkLst>
          <pc:docMk/>
          <pc:sldMk cId="3777252936" sldId="288"/>
        </pc:sldMkLst>
        <pc:spChg chg="mod">
          <ac:chgData name="Angelo Attivissimo" userId="f366678c-3975-4660-b4b5-82ae6bfd5c96" providerId="ADAL" clId="{37B399F5-3952-4CE5-99EF-0C55C92A3E97}" dt="2026-03-23T21:43:34.393" v="11385" actId="20577"/>
          <ac:spMkLst>
            <pc:docMk/>
            <pc:sldMk cId="3777252936" sldId="288"/>
            <ac:spMk id="2" creationId="{6D8C5F98-1FE0-6D87-38F6-F53E84457A00}"/>
          </ac:spMkLst>
        </pc:spChg>
        <pc:spChg chg="mod">
          <ac:chgData name="Angelo Attivissimo" userId="f366678c-3975-4660-b4b5-82ae6bfd5c96" providerId="ADAL" clId="{37B399F5-3952-4CE5-99EF-0C55C92A3E97}" dt="2026-03-20T18:55:38.061" v="8435" actId="20577"/>
          <ac:spMkLst>
            <pc:docMk/>
            <pc:sldMk cId="3777252936" sldId="288"/>
            <ac:spMk id="3" creationId="{1A1E4573-895A-CC12-13A6-F7774BA60A88}"/>
          </ac:spMkLst>
        </pc:spChg>
        <pc:spChg chg="add mod ord">
          <ac:chgData name="Angelo Attivissimo" userId="f366678c-3975-4660-b4b5-82ae6bfd5c96" providerId="ADAL" clId="{37B399F5-3952-4CE5-99EF-0C55C92A3E97}" dt="2026-03-20T19:12:12.216" v="8684" actId="166"/>
          <ac:spMkLst>
            <pc:docMk/>
            <pc:sldMk cId="3777252936" sldId="288"/>
            <ac:spMk id="10" creationId="{ED5627B4-DFA3-40FE-11CC-EBB9AFC43B16}"/>
          </ac:spMkLst>
        </pc:spChg>
        <pc:spChg chg="add mod ord">
          <ac:chgData name="Angelo Attivissimo" userId="f366678c-3975-4660-b4b5-82ae6bfd5c96" providerId="ADAL" clId="{37B399F5-3952-4CE5-99EF-0C55C92A3E97}" dt="2026-03-20T19:12:15.447" v="8685" actId="166"/>
          <ac:spMkLst>
            <pc:docMk/>
            <pc:sldMk cId="3777252936" sldId="288"/>
            <ac:spMk id="11" creationId="{35CEAC78-FAD6-DB1D-1FDE-949C87600EFC}"/>
          </ac:spMkLst>
        </pc:spChg>
        <pc:spChg chg="add mod ord">
          <ac:chgData name="Angelo Attivissimo" userId="f366678c-3975-4660-b4b5-82ae6bfd5c96" providerId="ADAL" clId="{37B399F5-3952-4CE5-99EF-0C55C92A3E97}" dt="2026-03-20T19:12:21.951" v="8687" actId="166"/>
          <ac:spMkLst>
            <pc:docMk/>
            <pc:sldMk cId="3777252936" sldId="288"/>
            <ac:spMk id="13" creationId="{DE046B02-86F5-EAF0-F5FC-E82E886B45B3}"/>
          </ac:spMkLst>
        </pc:spChg>
        <pc:spChg chg="add mod">
          <ac:chgData name="Angelo Attivissimo" userId="f366678c-3975-4660-b4b5-82ae6bfd5c96" providerId="ADAL" clId="{37B399F5-3952-4CE5-99EF-0C55C92A3E97}" dt="2026-03-20T19:06:23.510" v="8619" actId="255"/>
          <ac:spMkLst>
            <pc:docMk/>
            <pc:sldMk cId="3777252936" sldId="288"/>
            <ac:spMk id="15" creationId="{2BD0F221-712D-8F0D-7A11-BF8984BE98AA}"/>
          </ac:spMkLst>
        </pc:spChg>
        <pc:spChg chg="add mod">
          <ac:chgData name="Angelo Attivissimo" userId="f366678c-3975-4660-b4b5-82ae6bfd5c96" providerId="ADAL" clId="{37B399F5-3952-4CE5-99EF-0C55C92A3E97}" dt="2026-03-20T19:10:05.698" v="8683" actId="1076"/>
          <ac:spMkLst>
            <pc:docMk/>
            <pc:sldMk cId="3777252936" sldId="288"/>
            <ac:spMk id="16" creationId="{C0393EC3-2598-323B-A0C3-9043EFAB9DEE}"/>
          </ac:spMkLst>
        </pc:spChg>
        <pc:spChg chg="add mod">
          <ac:chgData name="Angelo Attivissimo" userId="f366678c-3975-4660-b4b5-82ae6bfd5c96" providerId="ADAL" clId="{37B399F5-3952-4CE5-99EF-0C55C92A3E97}" dt="2026-03-20T19:09:14.293" v="8673" actId="1076"/>
          <ac:spMkLst>
            <pc:docMk/>
            <pc:sldMk cId="3777252936" sldId="288"/>
            <ac:spMk id="19" creationId="{6557B063-045A-9507-F192-9F7DB21F7436}"/>
          </ac:spMkLst>
        </pc:spChg>
        <pc:spChg chg="add del mod">
          <ac:chgData name="Angelo Attivissimo" userId="f366678c-3975-4660-b4b5-82ae6bfd5c96" providerId="ADAL" clId="{37B399F5-3952-4CE5-99EF-0C55C92A3E97}" dt="2026-03-20T19:09:14.293" v="8673" actId="1076"/>
          <ac:spMkLst>
            <pc:docMk/>
            <pc:sldMk cId="3777252936" sldId="288"/>
            <ac:spMk id="20" creationId="{247B86D8-BD4A-52FA-6BFE-855DF118FC8A}"/>
          </ac:spMkLst>
        </pc:spChg>
        <pc:spChg chg="add mod">
          <ac:chgData name="Angelo Attivissimo" userId="f366678c-3975-4660-b4b5-82ae6bfd5c96" providerId="ADAL" clId="{37B399F5-3952-4CE5-99EF-0C55C92A3E97}" dt="2026-03-20T19:09:14.293" v="8673" actId="1076"/>
          <ac:spMkLst>
            <pc:docMk/>
            <pc:sldMk cId="3777252936" sldId="288"/>
            <ac:spMk id="22" creationId="{A57323CA-6E79-D53B-25F0-71311DD4F306}"/>
          </ac:spMkLst>
        </pc:spChg>
        <pc:spChg chg="add mod">
          <ac:chgData name="Angelo Attivissimo" userId="f366678c-3975-4660-b4b5-82ae6bfd5c96" providerId="ADAL" clId="{37B399F5-3952-4CE5-99EF-0C55C92A3E97}" dt="2026-03-20T19:10:05.698" v="8683" actId="1076"/>
          <ac:spMkLst>
            <pc:docMk/>
            <pc:sldMk cId="3777252936" sldId="288"/>
            <ac:spMk id="23" creationId="{16A61317-1542-3639-D5D4-61306D1A681C}"/>
          </ac:spMkLst>
        </pc:spChg>
        <pc:spChg chg="add mod">
          <ac:chgData name="Angelo Attivissimo" userId="f366678c-3975-4660-b4b5-82ae6bfd5c96" providerId="ADAL" clId="{37B399F5-3952-4CE5-99EF-0C55C92A3E97}" dt="2026-03-20T19:10:05.698" v="8683" actId="1076"/>
          <ac:spMkLst>
            <pc:docMk/>
            <pc:sldMk cId="3777252936" sldId="288"/>
            <ac:spMk id="24" creationId="{BBDF6EC5-5423-B1AE-7BCB-4AF59047C870}"/>
          </ac:spMkLst>
        </pc:spChg>
        <pc:spChg chg="add mod">
          <ac:chgData name="Angelo Attivissimo" userId="f366678c-3975-4660-b4b5-82ae6bfd5c96" providerId="ADAL" clId="{37B399F5-3952-4CE5-99EF-0C55C92A3E97}" dt="2026-03-20T19:10:05.698" v="8683" actId="1076"/>
          <ac:spMkLst>
            <pc:docMk/>
            <pc:sldMk cId="3777252936" sldId="288"/>
            <ac:spMk id="25" creationId="{58C8A6AB-36DF-BA74-3C02-C3FA8BC79F62}"/>
          </ac:spMkLst>
        </pc:spChg>
        <pc:spChg chg="add mod ord">
          <ac:chgData name="Angelo Attivissimo" userId="f366678c-3975-4660-b4b5-82ae6bfd5c96" providerId="ADAL" clId="{37B399F5-3952-4CE5-99EF-0C55C92A3E97}" dt="2026-03-20T19:12:18.311" v="8686" actId="166"/>
          <ac:spMkLst>
            <pc:docMk/>
            <pc:sldMk cId="3777252936" sldId="288"/>
            <ac:spMk id="27" creationId="{CA8C3DC6-3A87-9276-E3E0-C09FD3E66C91}"/>
          </ac:spMkLst>
        </pc:spChg>
        <pc:spChg chg="add mod">
          <ac:chgData name="Angelo Attivissimo" userId="f366678c-3975-4660-b4b5-82ae6bfd5c96" providerId="ADAL" clId="{37B399F5-3952-4CE5-99EF-0C55C92A3E97}" dt="2026-03-20T19:09:14.293" v="8673" actId="1076"/>
          <ac:spMkLst>
            <pc:docMk/>
            <pc:sldMk cId="3777252936" sldId="288"/>
            <ac:spMk id="28" creationId="{916BBAC0-BF2B-873F-6AA0-CB900D4851FB}"/>
          </ac:spMkLst>
        </pc:spChg>
        <pc:spChg chg="add mod">
          <ac:chgData name="Angelo Attivissimo" userId="f366678c-3975-4660-b4b5-82ae6bfd5c96" providerId="ADAL" clId="{37B399F5-3952-4CE5-99EF-0C55C92A3E97}" dt="2026-03-20T19:09:14.293" v="8673" actId="1076"/>
          <ac:spMkLst>
            <pc:docMk/>
            <pc:sldMk cId="3777252936" sldId="288"/>
            <ac:spMk id="29" creationId="{9BCDD288-5574-7B8F-A6E0-A1C2DF4D5D45}"/>
          </ac:spMkLst>
        </pc:spChg>
        <pc:spChg chg="add mod">
          <ac:chgData name="Angelo Attivissimo" userId="f366678c-3975-4660-b4b5-82ae6bfd5c96" providerId="ADAL" clId="{37B399F5-3952-4CE5-99EF-0C55C92A3E97}" dt="2026-03-20T19:10:05.698" v="8683" actId="1076"/>
          <ac:spMkLst>
            <pc:docMk/>
            <pc:sldMk cId="3777252936" sldId="288"/>
            <ac:spMk id="30" creationId="{5F65D528-18FF-AD57-77D5-4105FA08EAA6}"/>
          </ac:spMkLst>
        </pc:spChg>
        <pc:spChg chg="add mod">
          <ac:chgData name="Angelo Attivissimo" userId="f366678c-3975-4660-b4b5-82ae6bfd5c96" providerId="ADAL" clId="{37B399F5-3952-4CE5-99EF-0C55C92A3E97}" dt="2026-03-20T19:10:05.698" v="8683" actId="1076"/>
          <ac:spMkLst>
            <pc:docMk/>
            <pc:sldMk cId="3777252936" sldId="288"/>
            <ac:spMk id="31" creationId="{B42BAA80-E770-F96B-D60C-C4921C9BF715}"/>
          </ac:spMkLst>
        </pc:spChg>
        <pc:picChg chg="add mod modCrop">
          <ac:chgData name="Angelo Attivissimo" userId="f366678c-3975-4660-b4b5-82ae6bfd5c96" providerId="ADAL" clId="{37B399F5-3952-4CE5-99EF-0C55C92A3E97}" dt="2026-03-20T19:09:14.293" v="8673" actId="1076"/>
          <ac:picMkLst>
            <pc:docMk/>
            <pc:sldMk cId="3777252936" sldId="288"/>
            <ac:picMk id="5" creationId="{12D82402-1882-04B0-A73B-D57B5895203A}"/>
          </ac:picMkLst>
        </pc:picChg>
        <pc:picChg chg="add mod modCrop">
          <ac:chgData name="Angelo Attivissimo" userId="f366678c-3975-4660-b4b5-82ae6bfd5c96" providerId="ADAL" clId="{37B399F5-3952-4CE5-99EF-0C55C92A3E97}" dt="2026-03-20T19:10:05.698" v="8683" actId="1076"/>
          <ac:picMkLst>
            <pc:docMk/>
            <pc:sldMk cId="3777252936" sldId="288"/>
            <ac:picMk id="6" creationId="{C8C330A1-5AE3-C6A5-6B65-E45629D12975}"/>
          </ac:picMkLst>
        </pc:picChg>
        <pc:picChg chg="add mod modCrop">
          <ac:chgData name="Angelo Attivissimo" userId="f366678c-3975-4660-b4b5-82ae6bfd5c96" providerId="ADAL" clId="{37B399F5-3952-4CE5-99EF-0C55C92A3E97}" dt="2026-03-20T19:09:14.293" v="8673" actId="1076"/>
          <ac:picMkLst>
            <pc:docMk/>
            <pc:sldMk cId="3777252936" sldId="288"/>
            <ac:picMk id="7" creationId="{58A0C435-4005-34F3-6241-85A0A07A0E4D}"/>
          </ac:picMkLst>
        </pc:picChg>
        <pc:picChg chg="add mod">
          <ac:chgData name="Angelo Attivissimo" userId="f366678c-3975-4660-b4b5-82ae6bfd5c96" providerId="ADAL" clId="{37B399F5-3952-4CE5-99EF-0C55C92A3E97}" dt="2026-03-20T19:10:05.698" v="8683" actId="1076"/>
          <ac:picMkLst>
            <pc:docMk/>
            <pc:sldMk cId="3777252936" sldId="288"/>
            <ac:picMk id="26" creationId="{A7E982C0-C872-6ABD-1B9E-30B80F471054}"/>
          </ac:picMkLst>
        </pc:picChg>
      </pc:sldChg>
      <pc:sldChg chg="modSp add mod modAnim modNotesTx">
        <pc:chgData name="Angelo Attivissimo" userId="f366678c-3975-4660-b4b5-82ae6bfd5c96" providerId="ADAL" clId="{37B399F5-3952-4CE5-99EF-0C55C92A3E97}" dt="2026-03-23T21:41:41.235" v="11349" actId="20577"/>
        <pc:sldMkLst>
          <pc:docMk/>
          <pc:sldMk cId="2940194174" sldId="289"/>
        </pc:sldMkLst>
        <pc:spChg chg="mod">
          <ac:chgData name="Angelo Attivissimo" userId="f366678c-3975-4660-b4b5-82ae6bfd5c96" providerId="ADAL" clId="{37B399F5-3952-4CE5-99EF-0C55C92A3E97}" dt="2026-03-23T21:41:41.235" v="11349" actId="20577"/>
          <ac:spMkLst>
            <pc:docMk/>
            <pc:sldMk cId="2940194174" sldId="289"/>
            <ac:spMk id="2" creationId="{53C6E8A3-3F9E-8387-7324-9E38D060CED2}"/>
          </ac:spMkLst>
        </pc:spChg>
      </pc:sldChg>
      <pc:sldChg chg="delSp modSp add mod delAnim modAnim modNotesTx">
        <pc:chgData name="Angelo Attivissimo" userId="f366678c-3975-4660-b4b5-82ae6bfd5c96" providerId="ADAL" clId="{37B399F5-3952-4CE5-99EF-0C55C92A3E97}" dt="2026-03-23T21:40:27.637" v="11346" actId="20577"/>
        <pc:sldMkLst>
          <pc:docMk/>
          <pc:sldMk cId="2673177241" sldId="290"/>
        </pc:sldMkLst>
        <pc:spChg chg="mod">
          <ac:chgData name="Angelo Attivissimo" userId="f366678c-3975-4660-b4b5-82ae6bfd5c96" providerId="ADAL" clId="{37B399F5-3952-4CE5-99EF-0C55C92A3E97}" dt="2026-03-23T21:40:27.637" v="11346" actId="20577"/>
          <ac:spMkLst>
            <pc:docMk/>
            <pc:sldMk cId="2673177241" sldId="290"/>
            <ac:spMk id="2" creationId="{C432CF2E-F781-F4A4-393B-DB58C55C76D5}"/>
          </ac:spMkLst>
        </pc:spChg>
      </pc:sldChg>
      <pc:sldChg chg="addSp delSp modSp add mod ord delAnim modNotesTx">
        <pc:chgData name="Angelo Attivissimo" userId="f366678c-3975-4660-b4b5-82ae6bfd5c96" providerId="ADAL" clId="{37B399F5-3952-4CE5-99EF-0C55C92A3E97}" dt="2026-03-24T11:47:30.417" v="11807" actId="20577"/>
        <pc:sldMkLst>
          <pc:docMk/>
          <pc:sldMk cId="311254246" sldId="291"/>
        </pc:sldMkLst>
        <pc:spChg chg="mod">
          <ac:chgData name="Angelo Attivissimo" userId="f366678c-3975-4660-b4b5-82ae6bfd5c96" providerId="ADAL" clId="{37B399F5-3952-4CE5-99EF-0C55C92A3E97}" dt="2026-03-23T21:41:44.860" v="11352" actId="20577"/>
          <ac:spMkLst>
            <pc:docMk/>
            <pc:sldMk cId="311254246" sldId="291"/>
            <ac:spMk id="2" creationId="{77E86DFE-A6F4-F2A8-C755-74DF5BDD725D}"/>
          </ac:spMkLst>
        </pc:spChg>
        <pc:spChg chg="add mod">
          <ac:chgData name="Angelo Attivissimo" userId="f366678c-3975-4660-b4b5-82ae6bfd5c96" providerId="ADAL" clId="{37B399F5-3952-4CE5-99EF-0C55C92A3E97}" dt="2026-03-20T20:50:01.092" v="8729"/>
          <ac:spMkLst>
            <pc:docMk/>
            <pc:sldMk cId="311254246" sldId="291"/>
            <ac:spMk id="4" creationId="{E66E95E3-CEDD-29E4-5BDC-FCF40D386395}"/>
          </ac:spMkLst>
        </pc:spChg>
      </pc:sldChg>
      <pc:sldChg chg="addSp delSp modSp add mod modNotesTx">
        <pc:chgData name="Angelo Attivissimo" userId="f366678c-3975-4660-b4b5-82ae6bfd5c96" providerId="ADAL" clId="{37B399F5-3952-4CE5-99EF-0C55C92A3E97}" dt="2026-03-24T21:41:02.937" v="12607" actId="20577"/>
        <pc:sldMkLst>
          <pc:docMk/>
          <pc:sldMk cId="1159858249" sldId="292"/>
        </pc:sldMkLst>
      </pc:sldChg>
      <pc:sldChg chg="modSp add mod modNotesTx">
        <pc:chgData name="Angelo Attivissimo" userId="f366678c-3975-4660-b4b5-82ae6bfd5c96" providerId="ADAL" clId="{37B399F5-3952-4CE5-99EF-0C55C92A3E97}" dt="2026-03-24T12:21:43.782" v="12062" actId="20577"/>
        <pc:sldMkLst>
          <pc:docMk/>
          <pc:sldMk cId="2057876376" sldId="293"/>
        </pc:sldMkLst>
        <pc:spChg chg="mod">
          <ac:chgData name="Angelo Attivissimo" userId="f366678c-3975-4660-b4b5-82ae6bfd5c96" providerId="ADAL" clId="{37B399F5-3952-4CE5-99EF-0C55C92A3E97}" dt="2026-03-23T21:42:02.836" v="11367" actId="20577"/>
          <ac:spMkLst>
            <pc:docMk/>
            <pc:sldMk cId="2057876376" sldId="293"/>
            <ac:spMk id="2" creationId="{7243A003-5B57-D1D8-6B3C-1F26420CDF4C}"/>
          </ac:spMkLst>
        </pc:spChg>
        <pc:spChg chg="mod">
          <ac:chgData name="Angelo Attivissimo" userId="f366678c-3975-4660-b4b5-82ae6bfd5c96" providerId="ADAL" clId="{37B399F5-3952-4CE5-99EF-0C55C92A3E97}" dt="2026-03-20T21:15:44.901" v="8822" actId="1076"/>
          <ac:spMkLst>
            <pc:docMk/>
            <pc:sldMk cId="2057876376" sldId="293"/>
            <ac:spMk id="23" creationId="{6A53AD79-DDC7-B8E2-B741-3BC49ED93508}"/>
          </ac:spMkLst>
        </pc:spChg>
        <pc:spChg chg="mod">
          <ac:chgData name="Angelo Attivissimo" userId="f366678c-3975-4660-b4b5-82ae6bfd5c96" providerId="ADAL" clId="{37B399F5-3952-4CE5-99EF-0C55C92A3E97}" dt="2026-03-23T20:58:14.069" v="11018" actId="20577"/>
          <ac:spMkLst>
            <pc:docMk/>
            <pc:sldMk cId="2057876376" sldId="293"/>
            <ac:spMk id="27" creationId="{232D5208-AE87-31A7-1F43-5DE2FB6D8E80}"/>
          </ac:spMkLst>
        </pc:spChg>
        <pc:cxnChg chg="mod">
          <ac:chgData name="Angelo Attivissimo" userId="f366678c-3975-4660-b4b5-82ae6bfd5c96" providerId="ADAL" clId="{37B399F5-3952-4CE5-99EF-0C55C92A3E97}" dt="2026-03-20T21:32:12.052" v="8898" actId="14100"/>
          <ac:cxnSpMkLst>
            <pc:docMk/>
            <pc:sldMk cId="2057876376" sldId="293"/>
            <ac:cxnSpMk id="28" creationId="{010DC032-1555-9BDC-9AE6-FBD4BF5458D6}"/>
          </ac:cxnSpMkLst>
        </pc:cxnChg>
      </pc:sldChg>
      <pc:sldChg chg="delSp modSp add mod delAnim modAnim modNotesTx">
        <pc:chgData name="Angelo Attivissimo" userId="f366678c-3975-4660-b4b5-82ae6bfd5c96" providerId="ADAL" clId="{37B399F5-3952-4CE5-99EF-0C55C92A3E97}" dt="2026-03-23T21:43:27.866" v="11379" actId="20577"/>
        <pc:sldMkLst>
          <pc:docMk/>
          <pc:sldMk cId="846259837" sldId="294"/>
        </pc:sldMkLst>
        <pc:spChg chg="mod">
          <ac:chgData name="Angelo Attivissimo" userId="f366678c-3975-4660-b4b5-82ae6bfd5c96" providerId="ADAL" clId="{37B399F5-3952-4CE5-99EF-0C55C92A3E97}" dt="2026-03-23T21:43:27.866" v="11379" actId="20577"/>
          <ac:spMkLst>
            <pc:docMk/>
            <pc:sldMk cId="846259837" sldId="294"/>
            <ac:spMk id="2" creationId="{C97F7A6D-82D0-2774-C181-4B11FD6F87E3}"/>
          </ac:spMkLst>
        </pc:spChg>
      </pc:sldChg>
      <pc:sldChg chg="delSp modSp add mod delAnim modAnim modNotesTx">
        <pc:chgData name="Angelo Attivissimo" userId="f366678c-3975-4660-b4b5-82ae6bfd5c96" providerId="ADAL" clId="{37B399F5-3952-4CE5-99EF-0C55C92A3E97}" dt="2026-03-23T21:43:21.568" v="11376" actId="20577"/>
        <pc:sldMkLst>
          <pc:docMk/>
          <pc:sldMk cId="426028000" sldId="295"/>
        </pc:sldMkLst>
        <pc:spChg chg="mod">
          <ac:chgData name="Angelo Attivissimo" userId="f366678c-3975-4660-b4b5-82ae6bfd5c96" providerId="ADAL" clId="{37B399F5-3952-4CE5-99EF-0C55C92A3E97}" dt="2026-03-23T21:43:21.568" v="11376" actId="20577"/>
          <ac:spMkLst>
            <pc:docMk/>
            <pc:sldMk cId="426028000" sldId="295"/>
            <ac:spMk id="2" creationId="{EED6C5D4-E206-46B1-B176-8F84EE1B2BFB}"/>
          </ac:spMkLst>
        </pc:spChg>
      </pc:sldChg>
      <pc:sldChg chg="delSp modSp add mod delAnim modAnim modNotesTx">
        <pc:chgData name="Angelo Attivissimo" userId="f366678c-3975-4660-b4b5-82ae6bfd5c96" providerId="ADAL" clId="{37B399F5-3952-4CE5-99EF-0C55C92A3E97}" dt="2026-03-23T21:43:17.705" v="11373" actId="20577"/>
        <pc:sldMkLst>
          <pc:docMk/>
          <pc:sldMk cId="1358173371" sldId="296"/>
        </pc:sldMkLst>
        <pc:spChg chg="mod">
          <ac:chgData name="Angelo Attivissimo" userId="f366678c-3975-4660-b4b5-82ae6bfd5c96" providerId="ADAL" clId="{37B399F5-3952-4CE5-99EF-0C55C92A3E97}" dt="2026-03-23T21:43:17.705" v="11373" actId="20577"/>
          <ac:spMkLst>
            <pc:docMk/>
            <pc:sldMk cId="1358173371" sldId="296"/>
            <ac:spMk id="2" creationId="{47BA404A-89E0-4002-6969-D636B48C1B06}"/>
          </ac:spMkLst>
        </pc:spChg>
      </pc:sldChg>
      <pc:sldChg chg="modSp add mod modAnim modNotesTx">
        <pc:chgData name="Angelo Attivissimo" userId="f366678c-3975-4660-b4b5-82ae6bfd5c96" providerId="ADAL" clId="{37B399F5-3952-4CE5-99EF-0C55C92A3E97}" dt="2026-03-24T16:48:39.790" v="12567" actId="20577"/>
        <pc:sldMkLst>
          <pc:docMk/>
          <pc:sldMk cId="166682241" sldId="297"/>
        </pc:sldMkLst>
        <pc:spChg chg="mod">
          <ac:chgData name="Angelo Attivissimo" userId="f366678c-3975-4660-b4b5-82ae6bfd5c96" providerId="ADAL" clId="{37B399F5-3952-4CE5-99EF-0C55C92A3E97}" dt="2026-03-23T21:43:31.480" v="11382" actId="20577"/>
          <ac:spMkLst>
            <pc:docMk/>
            <pc:sldMk cId="166682241" sldId="297"/>
            <ac:spMk id="2" creationId="{BDA02D40-0F9C-9648-082E-87070DBB2733}"/>
          </ac:spMkLst>
        </pc:spChg>
      </pc:sldChg>
      <pc:sldChg chg="addSp modSp new mod modNotesTx">
        <pc:chgData name="Angelo Attivissimo" userId="f366678c-3975-4660-b4b5-82ae6bfd5c96" providerId="ADAL" clId="{37B399F5-3952-4CE5-99EF-0C55C92A3E97}" dt="2026-03-24T11:18:18.194" v="11622" actId="20577"/>
        <pc:sldMkLst>
          <pc:docMk/>
          <pc:sldMk cId="1307852579" sldId="298"/>
        </pc:sldMkLst>
        <pc:spChg chg="mod">
          <ac:chgData name="Angelo Attivissimo" userId="f366678c-3975-4660-b4b5-82ae6bfd5c96" providerId="ADAL" clId="{37B399F5-3952-4CE5-99EF-0C55C92A3E97}" dt="2026-03-23T21:41:52.467" v="11358" actId="20577"/>
          <ac:spMkLst>
            <pc:docMk/>
            <pc:sldMk cId="1307852579" sldId="298"/>
            <ac:spMk id="2" creationId="{BE5B4138-3611-882D-1761-E8106198E205}"/>
          </ac:spMkLst>
        </pc:spChg>
        <pc:spChg chg="mod">
          <ac:chgData name="Angelo Attivissimo" userId="f366678c-3975-4660-b4b5-82ae6bfd5c96" providerId="ADAL" clId="{37B399F5-3952-4CE5-99EF-0C55C92A3E97}" dt="2026-03-21T15:10:24.086" v="9060"/>
          <ac:spMkLst>
            <pc:docMk/>
            <pc:sldMk cId="1307852579" sldId="298"/>
            <ac:spMk id="3" creationId="{126FE076-AD5F-1018-5CAB-1B260D0D035A}"/>
          </ac:spMkLst>
        </pc:spChg>
        <pc:spChg chg="add mod">
          <ac:chgData name="Angelo Attivissimo" userId="f366678c-3975-4660-b4b5-82ae6bfd5c96" providerId="ADAL" clId="{37B399F5-3952-4CE5-99EF-0C55C92A3E97}" dt="2026-03-21T15:12:27.951" v="9123" actId="1076"/>
          <ac:spMkLst>
            <pc:docMk/>
            <pc:sldMk cId="1307852579" sldId="298"/>
            <ac:spMk id="4" creationId="{A8D380CC-F8BC-46BC-8458-16635B3FC323}"/>
          </ac:spMkLst>
        </pc:spChg>
      </pc:sldChg>
      <pc:sldChg chg="delSp modSp add mod modAnim modNotesTx">
        <pc:chgData name="Angelo Attivissimo" userId="f366678c-3975-4660-b4b5-82ae6bfd5c96" providerId="ADAL" clId="{37B399F5-3952-4CE5-99EF-0C55C92A3E97}" dt="2026-03-24T11:52:58.950" v="11859" actId="20577"/>
        <pc:sldMkLst>
          <pc:docMk/>
          <pc:sldMk cId="95817348" sldId="299"/>
        </pc:sldMkLst>
        <pc:spChg chg="mod">
          <ac:chgData name="Angelo Attivissimo" userId="f366678c-3975-4660-b4b5-82ae6bfd5c96" providerId="ADAL" clId="{37B399F5-3952-4CE5-99EF-0C55C92A3E97}" dt="2026-03-23T21:43:46.232" v="11394" actId="20577"/>
          <ac:spMkLst>
            <pc:docMk/>
            <pc:sldMk cId="95817348" sldId="299"/>
            <ac:spMk id="2" creationId="{34D04966-DDF9-F24F-AEB9-92EE8948EBC5}"/>
          </ac:spMkLst>
        </pc:spChg>
        <pc:picChg chg="ord">
          <ac:chgData name="Angelo Attivissimo" userId="f366678c-3975-4660-b4b5-82ae6bfd5c96" providerId="ADAL" clId="{37B399F5-3952-4CE5-99EF-0C55C92A3E97}" dt="2026-03-21T16:57:31.380" v="9321" actId="167"/>
          <ac:picMkLst>
            <pc:docMk/>
            <pc:sldMk cId="95817348" sldId="299"/>
            <ac:picMk id="23" creationId="{59C15EC2-FF73-82F2-252F-1B4C03D400DB}"/>
          </ac:picMkLst>
        </pc:picChg>
      </pc:sldChg>
      <pc:sldChg chg="addSp delSp modSp add mod modAnim modNotesTx">
        <pc:chgData name="Angelo Attivissimo" userId="f366678c-3975-4660-b4b5-82ae6bfd5c96" providerId="ADAL" clId="{37B399F5-3952-4CE5-99EF-0C55C92A3E97}" dt="2026-03-24T11:29:16.600" v="11759" actId="20577"/>
        <pc:sldMkLst>
          <pc:docMk/>
          <pc:sldMk cId="957538186" sldId="300"/>
        </pc:sldMkLst>
        <pc:spChg chg="mod">
          <ac:chgData name="Angelo Attivissimo" userId="f366678c-3975-4660-b4b5-82ae6bfd5c96" providerId="ADAL" clId="{37B399F5-3952-4CE5-99EF-0C55C92A3E97}" dt="2026-03-23T21:43:40.986" v="11391" actId="20577"/>
          <ac:spMkLst>
            <pc:docMk/>
            <pc:sldMk cId="957538186" sldId="300"/>
            <ac:spMk id="2" creationId="{B0EE2621-D9E7-AC0F-5D0B-607E0139CC63}"/>
          </ac:spMkLst>
        </pc:spChg>
        <pc:picChg chg="add del ord">
          <ac:chgData name="Angelo Attivissimo" userId="f366678c-3975-4660-b4b5-82ae6bfd5c96" providerId="ADAL" clId="{37B399F5-3952-4CE5-99EF-0C55C92A3E97}" dt="2026-03-21T16:57:04.040" v="9316" actId="478"/>
          <ac:picMkLst>
            <pc:docMk/>
            <pc:sldMk cId="957538186" sldId="300"/>
            <ac:picMk id="9" creationId="{6D2A7F15-DC67-BDAF-E005-13370790B9F2}"/>
          </ac:picMkLst>
        </pc:picChg>
      </pc:sldChg>
      <pc:sldChg chg="addSp delSp modSp add mod modAnim modNotesTx">
        <pc:chgData name="Angelo Attivissimo" userId="f366678c-3975-4660-b4b5-82ae6bfd5c96" providerId="ADAL" clId="{37B399F5-3952-4CE5-99EF-0C55C92A3E97}" dt="2026-03-23T21:46:06.339" v="11412" actId="20577"/>
        <pc:sldMkLst>
          <pc:docMk/>
          <pc:sldMk cId="3251470713" sldId="301"/>
        </pc:sldMkLst>
        <pc:spChg chg="mod">
          <ac:chgData name="Angelo Attivissimo" userId="f366678c-3975-4660-b4b5-82ae6bfd5c96" providerId="ADAL" clId="{37B399F5-3952-4CE5-99EF-0C55C92A3E97}" dt="2026-03-23T21:46:06.339" v="11412" actId="20577"/>
          <ac:spMkLst>
            <pc:docMk/>
            <pc:sldMk cId="3251470713" sldId="301"/>
            <ac:spMk id="2" creationId="{EB70CD8B-B7F7-EE3A-324F-097A69E271AC}"/>
          </ac:spMkLst>
        </pc:spChg>
        <pc:spChg chg="add mod">
          <ac:chgData name="Angelo Attivissimo" userId="f366678c-3975-4660-b4b5-82ae6bfd5c96" providerId="ADAL" clId="{37B399F5-3952-4CE5-99EF-0C55C92A3E97}" dt="2026-03-23T21:14:42.674" v="11124"/>
          <ac:spMkLst>
            <pc:docMk/>
            <pc:sldMk cId="3251470713" sldId="301"/>
            <ac:spMk id="8" creationId="{6B04A061-294E-45A1-6147-CD89F236363F}"/>
          </ac:spMkLst>
        </pc:spChg>
        <pc:spChg chg="add mod">
          <ac:chgData name="Angelo Attivissimo" userId="f366678c-3975-4660-b4b5-82ae6bfd5c96" providerId="ADAL" clId="{37B399F5-3952-4CE5-99EF-0C55C92A3E97}" dt="2026-03-23T21:14:42.674" v="11124"/>
          <ac:spMkLst>
            <pc:docMk/>
            <pc:sldMk cId="3251470713" sldId="301"/>
            <ac:spMk id="10" creationId="{4B8DAD19-DA82-600E-A410-1E0466E32FF1}"/>
          </ac:spMkLst>
        </pc:spChg>
        <pc:spChg chg="add mod">
          <ac:chgData name="Angelo Attivissimo" userId="f366678c-3975-4660-b4b5-82ae6bfd5c96" providerId="ADAL" clId="{37B399F5-3952-4CE5-99EF-0C55C92A3E97}" dt="2026-03-23T21:14:42.674" v="11124"/>
          <ac:spMkLst>
            <pc:docMk/>
            <pc:sldMk cId="3251470713" sldId="301"/>
            <ac:spMk id="12" creationId="{04BC2E58-72E4-F5B4-E0B7-41D5839DE50F}"/>
          </ac:spMkLst>
        </pc:spChg>
        <pc:spChg chg="add mod">
          <ac:chgData name="Angelo Attivissimo" userId="f366678c-3975-4660-b4b5-82ae6bfd5c96" providerId="ADAL" clId="{37B399F5-3952-4CE5-99EF-0C55C92A3E97}" dt="2026-03-23T21:14:42.674" v="11124"/>
          <ac:spMkLst>
            <pc:docMk/>
            <pc:sldMk cId="3251470713" sldId="301"/>
            <ac:spMk id="16" creationId="{8B8B9021-DCA2-1214-7E45-D9961737E123}"/>
          </ac:spMkLst>
        </pc:spChg>
        <pc:spChg chg="add mod">
          <ac:chgData name="Angelo Attivissimo" userId="f366678c-3975-4660-b4b5-82ae6bfd5c96" providerId="ADAL" clId="{37B399F5-3952-4CE5-99EF-0C55C92A3E97}" dt="2026-03-23T21:14:42.674" v="11124"/>
          <ac:spMkLst>
            <pc:docMk/>
            <pc:sldMk cId="3251470713" sldId="301"/>
            <ac:spMk id="21" creationId="{B04D04D3-639B-5ED9-D369-1ABD06F5C061}"/>
          </ac:spMkLst>
        </pc:spChg>
        <pc:spChg chg="mod">
          <ac:chgData name="Angelo Attivissimo" userId="f366678c-3975-4660-b4b5-82ae6bfd5c96" providerId="ADAL" clId="{37B399F5-3952-4CE5-99EF-0C55C92A3E97}" dt="2026-03-23T21:22:34.365" v="11275" actId="20577"/>
          <ac:spMkLst>
            <pc:docMk/>
            <pc:sldMk cId="3251470713" sldId="301"/>
            <ac:spMk id="32" creationId="{4182AB46-9ED9-F9DE-4E1F-3C10B77A5DEA}"/>
          </ac:spMkLst>
        </pc:spChg>
        <pc:cxnChg chg="add mod">
          <ac:chgData name="Angelo Attivissimo" userId="f366678c-3975-4660-b4b5-82ae6bfd5c96" providerId="ADAL" clId="{37B399F5-3952-4CE5-99EF-0C55C92A3E97}" dt="2026-03-23T21:14:42.674" v="11124"/>
          <ac:cxnSpMkLst>
            <pc:docMk/>
            <pc:sldMk cId="3251470713" sldId="301"/>
            <ac:cxnSpMk id="13" creationId="{A1A5EF03-D8BD-231F-B429-F6634DF7CD4A}"/>
          </ac:cxnSpMkLst>
        </pc:cxnChg>
        <pc:cxnChg chg="add mod">
          <ac:chgData name="Angelo Attivissimo" userId="f366678c-3975-4660-b4b5-82ae6bfd5c96" providerId="ADAL" clId="{37B399F5-3952-4CE5-99EF-0C55C92A3E97}" dt="2026-03-23T21:14:42.674" v="11124"/>
          <ac:cxnSpMkLst>
            <pc:docMk/>
            <pc:sldMk cId="3251470713" sldId="301"/>
            <ac:cxnSpMk id="14" creationId="{CD4761BF-A031-E864-60A2-C700DFC5718C}"/>
          </ac:cxnSpMkLst>
        </pc:cxnChg>
        <pc:cxnChg chg="add mod">
          <ac:chgData name="Angelo Attivissimo" userId="f366678c-3975-4660-b4b5-82ae6bfd5c96" providerId="ADAL" clId="{37B399F5-3952-4CE5-99EF-0C55C92A3E97}" dt="2026-03-23T21:14:42.674" v="11124"/>
          <ac:cxnSpMkLst>
            <pc:docMk/>
            <pc:sldMk cId="3251470713" sldId="301"/>
            <ac:cxnSpMk id="19" creationId="{C0278174-0010-E2B7-60B8-BB2B08700B75}"/>
          </ac:cxnSpMkLst>
        </pc:cxnChg>
        <pc:cxnChg chg="add mod">
          <ac:chgData name="Angelo Attivissimo" userId="f366678c-3975-4660-b4b5-82ae6bfd5c96" providerId="ADAL" clId="{37B399F5-3952-4CE5-99EF-0C55C92A3E97}" dt="2026-03-23T21:14:42.674" v="11124"/>
          <ac:cxnSpMkLst>
            <pc:docMk/>
            <pc:sldMk cId="3251470713" sldId="301"/>
            <ac:cxnSpMk id="22" creationId="{BB25A749-D912-62B5-004F-98C72A4B6530}"/>
          </ac:cxnSpMkLst>
        </pc:cxnChg>
      </pc:sldChg>
      <pc:sldChg chg="addSp delSp modSp add mod modAnim modNotesTx">
        <pc:chgData name="Angelo Attivissimo" userId="f366678c-3975-4660-b4b5-82ae6bfd5c96" providerId="ADAL" clId="{37B399F5-3952-4CE5-99EF-0C55C92A3E97}" dt="2026-03-24T12:35:16.020" v="12565" actId="20577"/>
        <pc:sldMkLst>
          <pc:docMk/>
          <pc:sldMk cId="4212640686" sldId="302"/>
        </pc:sldMkLst>
        <pc:spChg chg="mod">
          <ac:chgData name="Angelo Attivissimo" userId="f366678c-3975-4660-b4b5-82ae6bfd5c96" providerId="ADAL" clId="{37B399F5-3952-4CE5-99EF-0C55C92A3E97}" dt="2026-03-23T21:46:16.464" v="11421" actId="20577"/>
          <ac:spMkLst>
            <pc:docMk/>
            <pc:sldMk cId="4212640686" sldId="302"/>
            <ac:spMk id="2" creationId="{E3FD07EF-0194-B10E-C47D-41239BFA5E8C}"/>
          </ac:spMkLst>
        </pc:spChg>
        <pc:spChg chg="mod">
          <ac:chgData name="Angelo Attivissimo" userId="f366678c-3975-4660-b4b5-82ae6bfd5c96" providerId="ADAL" clId="{37B399F5-3952-4CE5-99EF-0C55C92A3E97}" dt="2026-03-24T10:36:35.349" v="11570" actId="1076"/>
          <ac:spMkLst>
            <pc:docMk/>
            <pc:sldMk cId="4212640686" sldId="302"/>
            <ac:spMk id="4" creationId="{28091CA1-275B-61CC-B027-E3435AD53370}"/>
          </ac:spMkLst>
        </pc:spChg>
        <pc:spChg chg="mod">
          <ac:chgData name="Angelo Attivissimo" userId="f366678c-3975-4660-b4b5-82ae6bfd5c96" providerId="ADAL" clId="{37B399F5-3952-4CE5-99EF-0C55C92A3E97}" dt="2026-03-23T21:25:33.673" v="11291"/>
          <ac:spMkLst>
            <pc:docMk/>
            <pc:sldMk cId="4212640686" sldId="302"/>
            <ac:spMk id="21" creationId="{A0917965-9404-2855-2F31-819AD3B286BA}"/>
          </ac:spMkLst>
        </pc:spChg>
        <pc:spChg chg="mod">
          <ac:chgData name="Angelo Attivissimo" userId="f366678c-3975-4660-b4b5-82ae6bfd5c96" providerId="ADAL" clId="{37B399F5-3952-4CE5-99EF-0C55C92A3E97}" dt="2026-03-23T21:26:03.856" v="11297" actId="20577"/>
          <ac:spMkLst>
            <pc:docMk/>
            <pc:sldMk cId="4212640686" sldId="302"/>
            <ac:spMk id="30" creationId="{B8661D56-6A25-BC16-E5DF-492E30A917ED}"/>
          </ac:spMkLst>
        </pc:spChg>
        <pc:spChg chg="mod">
          <ac:chgData name="Angelo Attivissimo" userId="f366678c-3975-4660-b4b5-82ae6bfd5c96" providerId="ADAL" clId="{37B399F5-3952-4CE5-99EF-0C55C92A3E97}" dt="2026-03-22T15:35:02.992" v="9985" actId="1076"/>
          <ac:spMkLst>
            <pc:docMk/>
            <pc:sldMk cId="4212640686" sldId="302"/>
            <ac:spMk id="44" creationId="{2EB3AA7A-79CA-8FC9-7EF9-082478C14C34}"/>
          </ac:spMkLst>
        </pc:spChg>
        <pc:spChg chg="add mod">
          <ac:chgData name="Angelo Attivissimo" userId="f366678c-3975-4660-b4b5-82ae6bfd5c96" providerId="ADAL" clId="{37B399F5-3952-4CE5-99EF-0C55C92A3E97}" dt="2026-03-24T10:37:55.179" v="11589" actId="1076"/>
          <ac:spMkLst>
            <pc:docMk/>
            <pc:sldMk cId="4212640686" sldId="302"/>
            <ac:spMk id="69" creationId="{3EAF117B-9A2E-B895-F7A0-28097463375A}"/>
          </ac:spMkLst>
        </pc:spChg>
        <pc:spChg chg="mod">
          <ac:chgData name="Angelo Attivissimo" userId="f366678c-3975-4660-b4b5-82ae6bfd5c96" providerId="ADAL" clId="{37B399F5-3952-4CE5-99EF-0C55C92A3E97}" dt="2026-03-23T21:26:13.573" v="11299"/>
          <ac:spMkLst>
            <pc:docMk/>
            <pc:sldMk cId="4212640686" sldId="302"/>
            <ac:spMk id="71" creationId="{60361BE2-B35C-0F5C-4AFA-7B23F78E199E}"/>
          </ac:spMkLst>
        </pc:spChg>
        <pc:spChg chg="mod">
          <ac:chgData name="Angelo Attivissimo" userId="f366678c-3975-4660-b4b5-82ae6bfd5c96" providerId="ADAL" clId="{37B399F5-3952-4CE5-99EF-0C55C92A3E97}" dt="2026-03-23T21:24:14.775" v="11288" actId="20577"/>
          <ac:spMkLst>
            <pc:docMk/>
            <pc:sldMk cId="4212640686" sldId="302"/>
            <ac:spMk id="72" creationId="{6C6BCB5B-513F-05CD-42C7-B5350C147393}"/>
          </ac:spMkLst>
        </pc:spChg>
        <pc:spChg chg="add mod">
          <ac:chgData name="Angelo Attivissimo" userId="f366678c-3975-4660-b4b5-82ae6bfd5c96" providerId="ADAL" clId="{37B399F5-3952-4CE5-99EF-0C55C92A3E97}" dt="2026-03-24T10:31:23.312" v="11515" actId="767"/>
          <ac:spMkLst>
            <pc:docMk/>
            <pc:sldMk cId="4212640686" sldId="302"/>
            <ac:spMk id="73" creationId="{1024E2FF-5F65-B818-47BE-AAFFF03892B9}"/>
          </ac:spMkLst>
        </pc:spChg>
        <pc:spChg chg="add mod">
          <ac:chgData name="Angelo Attivissimo" userId="f366678c-3975-4660-b4b5-82ae6bfd5c96" providerId="ADAL" clId="{37B399F5-3952-4CE5-99EF-0C55C92A3E97}" dt="2026-03-24T10:37:55.179" v="11589" actId="1076"/>
          <ac:spMkLst>
            <pc:docMk/>
            <pc:sldMk cId="4212640686" sldId="302"/>
            <ac:spMk id="74" creationId="{A57259D8-B635-81E1-BAB4-9A3CEB1BB3E4}"/>
          </ac:spMkLst>
        </pc:spChg>
        <pc:spChg chg="add mod">
          <ac:chgData name="Angelo Attivissimo" userId="f366678c-3975-4660-b4b5-82ae6bfd5c96" providerId="ADAL" clId="{37B399F5-3952-4CE5-99EF-0C55C92A3E97}" dt="2026-03-24T10:37:55.179" v="11589" actId="1076"/>
          <ac:spMkLst>
            <pc:docMk/>
            <pc:sldMk cId="4212640686" sldId="302"/>
            <ac:spMk id="75" creationId="{89AD1986-21F2-B58E-5D62-C70BA0C1CD39}"/>
          </ac:spMkLst>
        </pc:spChg>
        <pc:spChg chg="add mod">
          <ac:chgData name="Angelo Attivissimo" userId="f366678c-3975-4660-b4b5-82ae6bfd5c96" providerId="ADAL" clId="{37B399F5-3952-4CE5-99EF-0C55C92A3E97}" dt="2026-03-24T10:37:55.179" v="11589" actId="1076"/>
          <ac:spMkLst>
            <pc:docMk/>
            <pc:sldMk cId="4212640686" sldId="302"/>
            <ac:spMk id="76" creationId="{F2482D92-B4AB-B0C7-5BB9-D45A27138560}"/>
          </ac:spMkLst>
        </pc:spChg>
        <pc:spChg chg="add del mod">
          <ac:chgData name="Angelo Attivissimo" userId="f366678c-3975-4660-b4b5-82ae6bfd5c96" providerId="ADAL" clId="{37B399F5-3952-4CE5-99EF-0C55C92A3E97}" dt="2026-03-24T10:33:15.245" v="11536" actId="478"/>
          <ac:spMkLst>
            <pc:docMk/>
            <pc:sldMk cId="4212640686" sldId="302"/>
            <ac:spMk id="77" creationId="{4138102B-51B7-F29D-2431-1C1DA2CE1AD9}"/>
          </ac:spMkLst>
        </pc:spChg>
        <pc:spChg chg="add mod">
          <ac:chgData name="Angelo Attivissimo" userId="f366678c-3975-4660-b4b5-82ae6bfd5c96" providerId="ADAL" clId="{37B399F5-3952-4CE5-99EF-0C55C92A3E97}" dt="2026-03-24T10:37:55.179" v="11589" actId="1076"/>
          <ac:spMkLst>
            <pc:docMk/>
            <pc:sldMk cId="4212640686" sldId="302"/>
            <ac:spMk id="78" creationId="{D81DD231-0EA6-1B4D-3609-DE5B1E486746}"/>
          </ac:spMkLst>
        </pc:spChg>
        <pc:spChg chg="add mod">
          <ac:chgData name="Angelo Attivissimo" userId="f366678c-3975-4660-b4b5-82ae6bfd5c96" providerId="ADAL" clId="{37B399F5-3952-4CE5-99EF-0C55C92A3E97}" dt="2026-03-24T10:37:55.179" v="11589" actId="1076"/>
          <ac:spMkLst>
            <pc:docMk/>
            <pc:sldMk cId="4212640686" sldId="302"/>
            <ac:spMk id="90" creationId="{4613B12B-38CD-ABC1-04AE-B4BBF64A69EF}"/>
          </ac:spMkLst>
        </pc:spChg>
        <pc:spChg chg="add mod">
          <ac:chgData name="Angelo Attivissimo" userId="f366678c-3975-4660-b4b5-82ae6bfd5c96" providerId="ADAL" clId="{37B399F5-3952-4CE5-99EF-0C55C92A3E97}" dt="2026-03-24T10:37:55.179" v="11589" actId="1076"/>
          <ac:spMkLst>
            <pc:docMk/>
            <pc:sldMk cId="4212640686" sldId="302"/>
            <ac:spMk id="91" creationId="{24BB8168-8170-7783-0948-12B3B443674A}"/>
          </ac:spMkLst>
        </pc:spChg>
        <pc:picChg chg="del">
          <ac:chgData name="Angelo Attivissimo" userId="f366678c-3975-4660-b4b5-82ae6bfd5c96" providerId="ADAL" clId="{37B399F5-3952-4CE5-99EF-0C55C92A3E97}" dt="2026-03-24T10:25:59.791" v="11482" actId="478"/>
          <ac:picMkLst>
            <pc:docMk/>
            <pc:sldMk cId="4212640686" sldId="302"/>
            <ac:picMk id="70" creationId="{CF45C31F-E14A-EB3F-4D9B-1983FFB78E17}"/>
          </ac:picMkLst>
        </pc:picChg>
        <pc:cxnChg chg="add mod">
          <ac:chgData name="Angelo Attivissimo" userId="f366678c-3975-4660-b4b5-82ae6bfd5c96" providerId="ADAL" clId="{37B399F5-3952-4CE5-99EF-0C55C92A3E97}" dt="2026-03-24T10:37:55.179" v="11589" actId="1076"/>
          <ac:cxnSpMkLst>
            <pc:docMk/>
            <pc:sldMk cId="4212640686" sldId="302"/>
            <ac:cxnSpMk id="12" creationId="{CE2BA6D3-D060-9157-8146-C2AF62715827}"/>
          </ac:cxnSpMkLst>
        </pc:cxnChg>
        <pc:cxnChg chg="add mod">
          <ac:chgData name="Angelo Attivissimo" userId="f366678c-3975-4660-b4b5-82ae6bfd5c96" providerId="ADAL" clId="{37B399F5-3952-4CE5-99EF-0C55C92A3E97}" dt="2026-03-24T10:37:55.179" v="11589" actId="1076"/>
          <ac:cxnSpMkLst>
            <pc:docMk/>
            <pc:sldMk cId="4212640686" sldId="302"/>
            <ac:cxnSpMk id="16" creationId="{CF16F2D2-5DD0-E871-506D-9029110B0633}"/>
          </ac:cxnSpMkLst>
        </pc:cxnChg>
        <pc:cxnChg chg="add mod">
          <ac:chgData name="Angelo Attivissimo" userId="f366678c-3975-4660-b4b5-82ae6bfd5c96" providerId="ADAL" clId="{37B399F5-3952-4CE5-99EF-0C55C92A3E97}" dt="2026-03-24T10:37:55.179" v="11589" actId="1076"/>
          <ac:cxnSpMkLst>
            <pc:docMk/>
            <pc:sldMk cId="4212640686" sldId="302"/>
            <ac:cxnSpMk id="19" creationId="{C68F2113-FEF6-BEEF-00E6-4C023BCECE88}"/>
          </ac:cxnSpMkLst>
        </pc:cxnChg>
        <pc:cxnChg chg="mod">
          <ac:chgData name="Angelo Attivissimo" userId="f366678c-3975-4660-b4b5-82ae6bfd5c96" providerId="ADAL" clId="{37B399F5-3952-4CE5-99EF-0C55C92A3E97}" dt="2026-03-23T21:25:33.673" v="11291"/>
          <ac:cxnSpMkLst>
            <pc:docMk/>
            <pc:sldMk cId="4212640686" sldId="302"/>
            <ac:cxnSpMk id="25" creationId="{B2F8AFD3-3CEE-6589-E87C-88C69C01939B}"/>
          </ac:cxnSpMkLst>
        </pc:cxnChg>
        <pc:cxnChg chg="mod">
          <ac:chgData name="Angelo Attivissimo" userId="f366678c-3975-4660-b4b5-82ae6bfd5c96" providerId="ADAL" clId="{37B399F5-3952-4CE5-99EF-0C55C92A3E97}" dt="2026-03-23T21:25:33.673" v="11291"/>
          <ac:cxnSpMkLst>
            <pc:docMk/>
            <pc:sldMk cId="4212640686" sldId="302"/>
            <ac:cxnSpMk id="28" creationId="{0037EAE4-16B3-79E0-FBBF-FDF2D66CEA9B}"/>
          </ac:cxnSpMkLst>
        </pc:cxnChg>
        <pc:cxnChg chg="add mod">
          <ac:chgData name="Angelo Attivissimo" userId="f366678c-3975-4660-b4b5-82ae6bfd5c96" providerId="ADAL" clId="{37B399F5-3952-4CE5-99EF-0C55C92A3E97}" dt="2026-03-24T10:30:25.526" v="11508" actId="14100"/>
          <ac:cxnSpMkLst>
            <pc:docMk/>
            <pc:sldMk cId="4212640686" sldId="302"/>
            <ac:cxnSpMk id="37" creationId="{F7627DE4-B7F8-814C-4D56-636DFD8CF51C}"/>
          </ac:cxnSpMkLst>
        </pc:cxnChg>
        <pc:cxnChg chg="add mod">
          <ac:chgData name="Angelo Attivissimo" userId="f366678c-3975-4660-b4b5-82ae6bfd5c96" providerId="ADAL" clId="{37B399F5-3952-4CE5-99EF-0C55C92A3E97}" dt="2026-03-24T10:30:25.526" v="11508" actId="14100"/>
          <ac:cxnSpMkLst>
            <pc:docMk/>
            <pc:sldMk cId="4212640686" sldId="302"/>
            <ac:cxnSpMk id="39" creationId="{6F81F5AE-CBEB-48F6-94CD-750282C6221E}"/>
          </ac:cxnSpMkLst>
        </pc:cxnChg>
        <pc:cxnChg chg="mod">
          <ac:chgData name="Angelo Attivissimo" userId="f366678c-3975-4660-b4b5-82ae6bfd5c96" providerId="ADAL" clId="{37B399F5-3952-4CE5-99EF-0C55C92A3E97}" dt="2026-03-23T21:26:03.856" v="11297" actId="20577"/>
          <ac:cxnSpMkLst>
            <pc:docMk/>
            <pc:sldMk cId="4212640686" sldId="302"/>
            <ac:cxnSpMk id="64" creationId="{9A8077BD-E5DF-3497-E47F-0D9DA310E966}"/>
          </ac:cxnSpMkLst>
        </pc:cxnChg>
        <pc:cxnChg chg="add del mod">
          <ac:chgData name="Angelo Attivissimo" userId="f366678c-3975-4660-b4b5-82ae6bfd5c96" providerId="ADAL" clId="{37B399F5-3952-4CE5-99EF-0C55C92A3E97}" dt="2026-03-24T10:34:17.510" v="11550" actId="478"/>
          <ac:cxnSpMkLst>
            <pc:docMk/>
            <pc:sldMk cId="4212640686" sldId="302"/>
            <ac:cxnSpMk id="80" creationId="{57AB0CF1-7084-D543-22A9-9AED9DE61C1F}"/>
          </ac:cxnSpMkLst>
        </pc:cxnChg>
        <pc:cxnChg chg="add del mod">
          <ac:chgData name="Angelo Attivissimo" userId="f366678c-3975-4660-b4b5-82ae6bfd5c96" providerId="ADAL" clId="{37B399F5-3952-4CE5-99EF-0C55C92A3E97}" dt="2026-03-24T10:35:08.622" v="11559" actId="478"/>
          <ac:cxnSpMkLst>
            <pc:docMk/>
            <pc:sldMk cId="4212640686" sldId="302"/>
            <ac:cxnSpMk id="83" creationId="{4991E05F-262A-2CE0-C5AB-C0AC35E592D1}"/>
          </ac:cxnSpMkLst>
        </pc:cxnChg>
      </pc:sldChg>
      <pc:sldChg chg="addSp delSp modSp add mod delAnim modAnim modNotesTx">
        <pc:chgData name="Angelo Attivissimo" userId="f366678c-3975-4660-b4b5-82ae6bfd5c96" providerId="ADAL" clId="{37B399F5-3952-4CE5-99EF-0C55C92A3E97}" dt="2026-03-23T21:46:32.344" v="11436" actId="20577"/>
        <pc:sldMkLst>
          <pc:docMk/>
          <pc:sldMk cId="2787020454" sldId="303"/>
        </pc:sldMkLst>
        <pc:spChg chg="mod">
          <ac:chgData name="Angelo Attivissimo" userId="f366678c-3975-4660-b4b5-82ae6bfd5c96" providerId="ADAL" clId="{37B399F5-3952-4CE5-99EF-0C55C92A3E97}" dt="2026-03-23T21:46:32.344" v="11436" actId="20577"/>
          <ac:spMkLst>
            <pc:docMk/>
            <pc:sldMk cId="2787020454" sldId="303"/>
            <ac:spMk id="2" creationId="{A110C7FB-3B98-C529-EA2F-B6D2780E64BE}"/>
          </ac:spMkLst>
        </pc:spChg>
        <pc:spChg chg="add mod">
          <ac:chgData name="Angelo Attivissimo" userId="f366678c-3975-4660-b4b5-82ae6bfd5c96" providerId="ADAL" clId="{37B399F5-3952-4CE5-99EF-0C55C92A3E97}" dt="2026-03-23T21:29:59.807" v="11324"/>
          <ac:spMkLst>
            <pc:docMk/>
            <pc:sldMk cId="2787020454" sldId="303"/>
            <ac:spMk id="6" creationId="{ADD3FA7E-D824-8EFF-2A83-F80C90DDDBD9}"/>
          </ac:spMkLst>
        </pc:spChg>
        <pc:spChg chg="add mod">
          <ac:chgData name="Angelo Attivissimo" userId="f366678c-3975-4660-b4b5-82ae6bfd5c96" providerId="ADAL" clId="{37B399F5-3952-4CE5-99EF-0C55C92A3E97}" dt="2026-03-23T21:30:28.094" v="11331"/>
          <ac:spMkLst>
            <pc:docMk/>
            <pc:sldMk cId="2787020454" sldId="303"/>
            <ac:spMk id="7" creationId="{F5363175-450B-25E0-BA82-05966ADA785B}"/>
          </ac:spMkLst>
        </pc:spChg>
        <pc:spChg chg="mod">
          <ac:chgData name="Angelo Attivissimo" userId="f366678c-3975-4660-b4b5-82ae6bfd5c96" providerId="ADAL" clId="{37B399F5-3952-4CE5-99EF-0C55C92A3E97}" dt="2026-03-22T16:19:25.288" v="10500" actId="1076"/>
          <ac:spMkLst>
            <pc:docMk/>
            <pc:sldMk cId="2787020454" sldId="303"/>
            <ac:spMk id="106" creationId="{DACD897A-B9ED-B5F1-2245-135C96A3DDD7}"/>
          </ac:spMkLst>
        </pc:spChg>
        <pc:picChg chg="ord">
          <ac:chgData name="Angelo Attivissimo" userId="f366678c-3975-4660-b4b5-82ae6bfd5c96" providerId="ADAL" clId="{37B399F5-3952-4CE5-99EF-0C55C92A3E97}" dt="2026-03-22T16:16:18.167" v="10324" actId="167"/>
          <ac:picMkLst>
            <pc:docMk/>
            <pc:sldMk cId="2787020454" sldId="303"/>
            <ac:picMk id="113" creationId="{BD218D70-6C27-7F8F-CC38-07BEC16859BE}"/>
          </ac:picMkLst>
        </pc:picChg>
        <pc:cxnChg chg="mod">
          <ac:chgData name="Angelo Attivissimo" userId="f366678c-3975-4660-b4b5-82ae6bfd5c96" providerId="ADAL" clId="{37B399F5-3952-4CE5-99EF-0C55C92A3E97}" dt="2026-03-23T21:29:59.495" v="11323" actId="478"/>
          <ac:cxnSpMkLst>
            <pc:docMk/>
            <pc:sldMk cId="2787020454" sldId="303"/>
            <ac:cxnSpMk id="87" creationId="{AE78045C-27C8-130F-8AA7-BD061583DA00}"/>
          </ac:cxnSpMkLst>
        </pc:cxnChg>
        <pc:cxnChg chg="mod">
          <ac:chgData name="Angelo Attivissimo" userId="f366678c-3975-4660-b4b5-82ae6bfd5c96" providerId="ADAL" clId="{37B399F5-3952-4CE5-99EF-0C55C92A3E97}" dt="2026-03-23T21:30:27.752" v="11330" actId="478"/>
          <ac:cxnSpMkLst>
            <pc:docMk/>
            <pc:sldMk cId="2787020454" sldId="303"/>
            <ac:cxnSpMk id="104" creationId="{8DEE6F46-F8C7-1674-1FB6-4E6A81AD1C77}"/>
          </ac:cxnSpMkLst>
        </pc:cxnChg>
      </pc:sldChg>
      <pc:sldChg chg="addSp delSp modSp add mod addAnim delAnim modAnim">
        <pc:chgData name="Angelo Attivissimo" userId="f366678c-3975-4660-b4b5-82ae6bfd5c96" providerId="ADAL" clId="{37B399F5-3952-4CE5-99EF-0C55C92A3E97}" dt="2026-03-23T21:46:29.476" v="11433" actId="20577"/>
        <pc:sldMkLst>
          <pc:docMk/>
          <pc:sldMk cId="953890823" sldId="304"/>
        </pc:sldMkLst>
        <pc:spChg chg="mod">
          <ac:chgData name="Angelo Attivissimo" userId="f366678c-3975-4660-b4b5-82ae6bfd5c96" providerId="ADAL" clId="{37B399F5-3952-4CE5-99EF-0C55C92A3E97}" dt="2026-03-23T21:46:29.476" v="11433" actId="20577"/>
          <ac:spMkLst>
            <pc:docMk/>
            <pc:sldMk cId="953890823" sldId="304"/>
            <ac:spMk id="2" creationId="{3FFBA25E-5459-5DFE-1EB7-0871A030D5FD}"/>
          </ac:spMkLst>
        </pc:spChg>
        <pc:spChg chg="add mod">
          <ac:chgData name="Angelo Attivissimo" userId="f366678c-3975-4660-b4b5-82ae6bfd5c96" providerId="ADAL" clId="{37B399F5-3952-4CE5-99EF-0C55C92A3E97}" dt="2026-03-23T21:29:44.607" v="11322"/>
          <ac:spMkLst>
            <pc:docMk/>
            <pc:sldMk cId="953890823" sldId="304"/>
            <ac:spMk id="6" creationId="{867B9BE7-73A6-BCC5-5DFB-AE7161B6EF26}"/>
          </ac:spMkLst>
        </pc:spChg>
        <pc:spChg chg="add mod">
          <ac:chgData name="Angelo Attivissimo" userId="f366678c-3975-4660-b4b5-82ae6bfd5c96" providerId="ADAL" clId="{37B399F5-3952-4CE5-99EF-0C55C92A3E97}" dt="2026-03-23T21:30:20.765" v="11329"/>
          <ac:spMkLst>
            <pc:docMk/>
            <pc:sldMk cId="953890823" sldId="304"/>
            <ac:spMk id="7" creationId="{DCF43F38-A2E5-702A-1B1F-BC33081754F2}"/>
          </ac:spMkLst>
        </pc:spChg>
        <pc:picChg chg="add del ord">
          <ac:chgData name="Angelo Attivissimo" userId="f366678c-3975-4660-b4b5-82ae6bfd5c96" providerId="ADAL" clId="{37B399F5-3952-4CE5-99EF-0C55C92A3E97}" dt="2026-03-22T16:01:59.288" v="10317" actId="478"/>
          <ac:picMkLst>
            <pc:docMk/>
            <pc:sldMk cId="953890823" sldId="304"/>
            <ac:picMk id="113" creationId="{B10DEF12-C985-8F3B-1606-CED70EF308E6}"/>
          </ac:picMkLst>
        </pc:picChg>
        <pc:cxnChg chg="mod">
          <ac:chgData name="Angelo Attivissimo" userId="f366678c-3975-4660-b4b5-82ae6bfd5c96" providerId="ADAL" clId="{37B399F5-3952-4CE5-99EF-0C55C92A3E97}" dt="2026-03-23T21:29:44.322" v="11321" actId="478"/>
          <ac:cxnSpMkLst>
            <pc:docMk/>
            <pc:sldMk cId="953890823" sldId="304"/>
            <ac:cxnSpMk id="87" creationId="{7E6E6B0C-888B-65E4-F368-0D188F4F91E1}"/>
          </ac:cxnSpMkLst>
        </pc:cxnChg>
        <pc:cxnChg chg="mod">
          <ac:chgData name="Angelo Attivissimo" userId="f366678c-3975-4660-b4b5-82ae6bfd5c96" providerId="ADAL" clId="{37B399F5-3952-4CE5-99EF-0C55C92A3E97}" dt="2026-03-23T21:30:20.487" v="11328" actId="478"/>
          <ac:cxnSpMkLst>
            <pc:docMk/>
            <pc:sldMk cId="953890823" sldId="304"/>
            <ac:cxnSpMk id="104" creationId="{1E2339F3-2749-488A-6C0D-647FFE3A6BEC}"/>
          </ac:cxnSpMkLst>
        </pc:cxnChg>
      </pc:sldChg>
      <pc:sldChg chg="addSp delSp modSp add mod delAnim modAnim">
        <pc:chgData name="Angelo Attivissimo" userId="f366678c-3975-4660-b4b5-82ae6bfd5c96" providerId="ADAL" clId="{37B399F5-3952-4CE5-99EF-0C55C92A3E97}" dt="2026-03-23T21:46:26.166" v="11430" actId="20577"/>
        <pc:sldMkLst>
          <pc:docMk/>
          <pc:sldMk cId="883991354" sldId="305"/>
        </pc:sldMkLst>
        <pc:spChg chg="mod">
          <ac:chgData name="Angelo Attivissimo" userId="f366678c-3975-4660-b4b5-82ae6bfd5c96" providerId="ADAL" clId="{37B399F5-3952-4CE5-99EF-0C55C92A3E97}" dt="2026-03-23T21:46:26.166" v="11430" actId="20577"/>
          <ac:spMkLst>
            <pc:docMk/>
            <pc:sldMk cId="883991354" sldId="305"/>
            <ac:spMk id="2" creationId="{8689E507-DD8F-E1F7-1809-A798AF4179A2}"/>
          </ac:spMkLst>
        </pc:spChg>
        <pc:spChg chg="add mod">
          <ac:chgData name="Angelo Attivissimo" userId="f366678c-3975-4660-b4b5-82ae6bfd5c96" providerId="ADAL" clId="{37B399F5-3952-4CE5-99EF-0C55C92A3E97}" dt="2026-03-23T21:29:40.662" v="11320"/>
          <ac:spMkLst>
            <pc:docMk/>
            <pc:sldMk cId="883991354" sldId="305"/>
            <ac:spMk id="6" creationId="{95085896-3B3D-AB81-3AAB-80C0DB9CD00A}"/>
          </ac:spMkLst>
        </pc:spChg>
        <pc:spChg chg="add mod">
          <ac:chgData name="Angelo Attivissimo" userId="f366678c-3975-4660-b4b5-82ae6bfd5c96" providerId="ADAL" clId="{37B399F5-3952-4CE5-99EF-0C55C92A3E97}" dt="2026-03-23T21:30:13.615" v="11327"/>
          <ac:spMkLst>
            <pc:docMk/>
            <pc:sldMk cId="883991354" sldId="305"/>
            <ac:spMk id="8" creationId="{D9C73FDE-EF94-BCBD-3D1A-0C1E89249F24}"/>
          </ac:spMkLst>
        </pc:spChg>
        <pc:picChg chg="mod ord">
          <ac:chgData name="Angelo Attivissimo" userId="f366678c-3975-4660-b4b5-82ae6bfd5c96" providerId="ADAL" clId="{37B399F5-3952-4CE5-99EF-0C55C92A3E97}" dt="2026-03-22T15:58:14.187" v="10309" actId="1076"/>
          <ac:picMkLst>
            <pc:docMk/>
            <pc:sldMk cId="883991354" sldId="305"/>
            <ac:picMk id="111" creationId="{1B3951EA-F240-F476-980C-A3B75584585B}"/>
          </ac:picMkLst>
        </pc:picChg>
        <pc:cxnChg chg="mod">
          <ac:chgData name="Angelo Attivissimo" userId="f366678c-3975-4660-b4b5-82ae6bfd5c96" providerId="ADAL" clId="{37B399F5-3952-4CE5-99EF-0C55C92A3E97}" dt="2026-03-23T21:29:40.361" v="11319" actId="478"/>
          <ac:cxnSpMkLst>
            <pc:docMk/>
            <pc:sldMk cId="883991354" sldId="305"/>
            <ac:cxnSpMk id="87" creationId="{F8A65E95-E534-DD72-6145-4FC4BE60A934}"/>
          </ac:cxnSpMkLst>
        </pc:cxnChg>
        <pc:cxnChg chg="mod">
          <ac:chgData name="Angelo Attivissimo" userId="f366678c-3975-4660-b4b5-82ae6bfd5c96" providerId="ADAL" clId="{37B399F5-3952-4CE5-99EF-0C55C92A3E97}" dt="2026-03-23T21:30:12.655" v="11326" actId="478"/>
          <ac:cxnSpMkLst>
            <pc:docMk/>
            <pc:sldMk cId="883991354" sldId="305"/>
            <ac:cxnSpMk id="104" creationId="{49A3E625-A415-1E5C-5CB6-7CF7852B056A}"/>
          </ac:cxnSpMkLst>
        </pc:cxnChg>
      </pc:sldChg>
      <pc:sldMasterChg chg="modSldLayout">
        <pc:chgData name="Angelo Attivissimo" userId="f366678c-3975-4660-b4b5-82ae6bfd5c96" providerId="ADAL" clId="{37B399F5-3952-4CE5-99EF-0C55C92A3E97}" dt="2026-03-23T21:34:51.535" v="11334" actId="20577"/>
        <pc:sldMasterMkLst>
          <pc:docMk/>
          <pc:sldMasterMk cId="3892584695" sldId="2147483648"/>
        </pc:sldMasterMkLst>
        <pc:sldLayoutChg chg="modSp mod">
          <pc:chgData name="Angelo Attivissimo" userId="f366678c-3975-4660-b4b5-82ae6bfd5c96" providerId="ADAL" clId="{37B399F5-3952-4CE5-99EF-0C55C92A3E97}" dt="2026-03-23T21:34:51.535" v="11334" actId="20577"/>
          <pc:sldLayoutMkLst>
            <pc:docMk/>
            <pc:sldMasterMk cId="3892584695" sldId="2147483648"/>
            <pc:sldLayoutMk cId="947988093" sldId="2147483650"/>
          </pc:sldLayoutMkLst>
          <pc:spChg chg="mod">
            <ac:chgData name="Angelo Attivissimo" userId="f366678c-3975-4660-b4b5-82ae6bfd5c96" providerId="ADAL" clId="{37B399F5-3952-4CE5-99EF-0C55C92A3E97}" dt="2026-03-23T21:34:51.535" v="11334" actId="20577"/>
            <ac:spMkLst>
              <pc:docMk/>
              <pc:sldMasterMk cId="3892584695" sldId="2147483648"/>
              <pc:sldLayoutMk cId="947988093" sldId="2147483650"/>
              <ac:spMk id="16" creationId="{00000000-0000-0000-0000-000000000000}"/>
            </ac:spMkLst>
          </pc:spChg>
        </pc:sldLayoutChg>
      </pc:sldMasterChg>
    </pc:docChg>
  </pc:docChgLst>
  <pc:docChgLst>
    <pc:chgData name="Angelo Attivissimo" userId="f366678c-3975-4660-b4b5-82ae6bfd5c96" providerId="ADAL" clId="{6FF9839C-2513-44CF-A32C-07AACF72D2AC}"/>
    <pc:docChg chg="undo redo custSel addSld delSld modSld modMainMaster">
      <pc:chgData name="Angelo Attivissimo" userId="f366678c-3975-4660-b4b5-82ae6bfd5c96" providerId="ADAL" clId="{6FF9839C-2513-44CF-A32C-07AACF72D2AC}" dt="2026-03-25T18:15:03.476" v="12671" actId="20577"/>
      <pc:docMkLst>
        <pc:docMk/>
      </pc:docMkLst>
      <pc:sldChg chg="modSp mod">
        <pc:chgData name="Angelo Attivissimo" userId="f366678c-3975-4660-b4b5-82ae6bfd5c96" providerId="ADAL" clId="{6FF9839C-2513-44CF-A32C-07AACF72D2AC}" dt="2026-03-10T15:19:20.280" v="176" actId="1076"/>
        <pc:sldMkLst>
          <pc:docMk/>
          <pc:sldMk cId="601361560" sldId="256"/>
        </pc:sldMkLst>
        <pc:spChg chg="mod">
          <ac:chgData name="Angelo Attivissimo" userId="f366678c-3975-4660-b4b5-82ae6bfd5c96" providerId="ADAL" clId="{6FF9839C-2513-44CF-A32C-07AACF72D2AC}" dt="2026-03-10T15:13:41.820" v="5" actId="403"/>
          <ac:spMkLst>
            <pc:docMk/>
            <pc:sldMk cId="601361560" sldId="256"/>
            <ac:spMk id="2" creationId="{3C5A60FD-2BA2-7F59-D91B-D9C44AAFA5EC}"/>
          </ac:spMkLst>
        </pc:spChg>
        <pc:spChg chg="mod">
          <ac:chgData name="Angelo Attivissimo" userId="f366678c-3975-4660-b4b5-82ae6bfd5c96" providerId="ADAL" clId="{6FF9839C-2513-44CF-A32C-07AACF72D2AC}" dt="2026-03-10T15:16:11.984" v="102" actId="115"/>
          <ac:spMkLst>
            <pc:docMk/>
            <pc:sldMk cId="601361560" sldId="256"/>
            <ac:spMk id="3" creationId="{BB08F01B-B929-6B7E-1B87-09375CF6D1F2}"/>
          </ac:spMkLst>
        </pc:spChg>
        <pc:spChg chg="mod">
          <ac:chgData name="Angelo Attivissimo" userId="f366678c-3975-4660-b4b5-82ae6bfd5c96" providerId="ADAL" clId="{6FF9839C-2513-44CF-A32C-07AACF72D2AC}" dt="2026-03-10T15:16:24.828" v="105" actId="115"/>
          <ac:spMkLst>
            <pc:docMk/>
            <pc:sldMk cId="601361560" sldId="256"/>
            <ac:spMk id="4" creationId="{1A7B7CD8-AF9E-1483-BD07-C547373E4500}"/>
          </ac:spMkLst>
        </pc:spChg>
        <pc:spChg chg="mod">
          <ac:chgData name="Angelo Attivissimo" userId="f366678c-3975-4660-b4b5-82ae6bfd5c96" providerId="ADAL" clId="{6FF9839C-2513-44CF-A32C-07AACF72D2AC}" dt="2026-03-10T15:19:20.280" v="176" actId="1076"/>
          <ac:spMkLst>
            <pc:docMk/>
            <pc:sldMk cId="601361560" sldId="256"/>
            <ac:spMk id="5" creationId="{5489BB6C-D7DE-607F-6A30-13C956987C21}"/>
          </ac:spMkLst>
        </pc:spChg>
        <pc:spChg chg="mod">
          <ac:chgData name="Angelo Attivissimo" userId="f366678c-3975-4660-b4b5-82ae6bfd5c96" providerId="ADAL" clId="{6FF9839C-2513-44CF-A32C-07AACF72D2AC}" dt="2026-03-10T15:18:43.621" v="172" actId="20577"/>
          <ac:spMkLst>
            <pc:docMk/>
            <pc:sldMk cId="601361560" sldId="256"/>
            <ac:spMk id="6" creationId="{45239572-FB9B-3216-8EA5-2D518393AEB1}"/>
          </ac:spMkLst>
        </pc:spChg>
      </pc:sldChg>
      <pc:sldChg chg="addSp delSp modSp mod modNotesTx">
        <pc:chgData name="Angelo Attivissimo" userId="f366678c-3975-4660-b4b5-82ae6bfd5c96" providerId="ADAL" clId="{6FF9839C-2513-44CF-A32C-07AACF72D2AC}" dt="2026-03-23T11:08:11.841" v="2712" actId="20577"/>
        <pc:sldMkLst>
          <pc:docMk/>
          <pc:sldMk cId="1701501580" sldId="259"/>
        </pc:sldMkLst>
        <pc:spChg chg="mod">
          <ac:chgData name="Angelo Attivissimo" userId="f366678c-3975-4660-b4b5-82ae6bfd5c96" providerId="ADAL" clId="{6FF9839C-2513-44CF-A32C-07AACF72D2AC}" dt="2026-03-11T11:41:55.708" v="499" actId="20577"/>
          <ac:spMkLst>
            <pc:docMk/>
            <pc:sldMk cId="1701501580" sldId="259"/>
            <ac:spMk id="3" creationId="{00000000-0000-0000-0000-000000000000}"/>
          </ac:spMkLst>
        </pc:spChg>
      </pc:sldChg>
      <pc:sldChg chg="addSp delSp modSp new mod modNotesTx">
        <pc:chgData name="Angelo Attivissimo" userId="f366678c-3975-4660-b4b5-82ae6bfd5c96" providerId="ADAL" clId="{6FF9839C-2513-44CF-A32C-07AACF72D2AC}" dt="2026-03-25T11:41:03.117" v="12202" actId="20577"/>
        <pc:sldMkLst>
          <pc:docMk/>
          <pc:sldMk cId="950533803" sldId="261"/>
        </pc:sldMkLst>
        <pc:spChg chg="mod">
          <ac:chgData name="Angelo Attivissimo" userId="f366678c-3975-4660-b4b5-82ae6bfd5c96" providerId="ADAL" clId="{6FF9839C-2513-44CF-A32C-07AACF72D2AC}" dt="2026-03-10T15:35:01.398" v="291" actId="403"/>
          <ac:spMkLst>
            <pc:docMk/>
            <pc:sldMk cId="950533803" sldId="261"/>
            <ac:spMk id="3" creationId="{3A1484DA-912B-DA93-0ACF-42AAF816C177}"/>
          </ac:spMkLst>
        </pc:spChg>
      </pc:sldChg>
      <pc:sldChg chg="modNotesTx">
        <pc:chgData name="Angelo Attivissimo" userId="f366678c-3975-4660-b4b5-82ae6bfd5c96" providerId="ADAL" clId="{6FF9839C-2513-44CF-A32C-07AACF72D2AC}" dt="2026-03-23T11:30:49.789" v="4215" actId="20577"/>
        <pc:sldMkLst>
          <pc:docMk/>
          <pc:sldMk cId="1628583172" sldId="263"/>
        </pc:sldMkLst>
      </pc:sldChg>
      <pc:sldChg chg="del modNotesTx">
        <pc:chgData name="Angelo Attivissimo" userId="f366678c-3975-4660-b4b5-82ae6bfd5c96" providerId="ADAL" clId="{6FF9839C-2513-44CF-A32C-07AACF72D2AC}" dt="2026-03-25T14:14:26.140" v="12400" actId="47"/>
        <pc:sldMkLst>
          <pc:docMk/>
          <pc:sldMk cId="3082073592" sldId="264"/>
        </pc:sldMkLst>
      </pc:sldChg>
      <pc:sldChg chg="modNotesTx">
        <pc:chgData name="Angelo Attivissimo" userId="f366678c-3975-4660-b4b5-82ae6bfd5c96" providerId="ADAL" clId="{6FF9839C-2513-44CF-A32C-07AACF72D2AC}" dt="2026-03-23T11:51:06.008" v="4777" actId="20577"/>
        <pc:sldMkLst>
          <pc:docMk/>
          <pc:sldMk cId="4276836051" sldId="265"/>
        </pc:sldMkLst>
      </pc:sldChg>
      <pc:sldChg chg="modNotesTx">
        <pc:chgData name="Angelo Attivissimo" userId="f366678c-3975-4660-b4b5-82ae6bfd5c96" providerId="ADAL" clId="{6FF9839C-2513-44CF-A32C-07AACF72D2AC}" dt="2026-03-25T11:47:11.528" v="12276" actId="20577"/>
        <pc:sldMkLst>
          <pc:docMk/>
          <pc:sldMk cId="3345456151" sldId="266"/>
        </pc:sldMkLst>
      </pc:sldChg>
      <pc:sldChg chg="modNotesTx">
        <pc:chgData name="Angelo Attivissimo" userId="f366678c-3975-4660-b4b5-82ae6bfd5c96" providerId="ADAL" clId="{6FF9839C-2513-44CF-A32C-07AACF72D2AC}" dt="2026-03-25T09:48:53.086" v="11008" actId="20577"/>
        <pc:sldMkLst>
          <pc:docMk/>
          <pc:sldMk cId="3098597284" sldId="269"/>
        </pc:sldMkLst>
      </pc:sldChg>
      <pc:sldChg chg="modNotesTx">
        <pc:chgData name="Angelo Attivissimo" userId="f366678c-3975-4660-b4b5-82ae6bfd5c96" providerId="ADAL" clId="{6FF9839C-2513-44CF-A32C-07AACF72D2AC}" dt="2026-03-25T10:25:23.843" v="11670" actId="20577"/>
        <pc:sldMkLst>
          <pc:docMk/>
          <pc:sldMk cId="1972533186" sldId="273"/>
        </pc:sldMkLst>
      </pc:sldChg>
      <pc:sldChg chg="modNotesTx">
        <pc:chgData name="Angelo Attivissimo" userId="f366678c-3975-4660-b4b5-82ae6bfd5c96" providerId="ADAL" clId="{6FF9839C-2513-44CF-A32C-07AACF72D2AC}" dt="2026-03-25T09:51:32.987" v="11032" actId="20577"/>
        <pc:sldMkLst>
          <pc:docMk/>
          <pc:sldMk cId="3946132971" sldId="275"/>
        </pc:sldMkLst>
      </pc:sldChg>
      <pc:sldChg chg="modNotesTx">
        <pc:chgData name="Angelo Attivissimo" userId="f366678c-3975-4660-b4b5-82ae6bfd5c96" providerId="ADAL" clId="{6FF9839C-2513-44CF-A32C-07AACF72D2AC}" dt="2026-03-24T15:02:08.726" v="6717" actId="20577"/>
        <pc:sldMkLst>
          <pc:docMk/>
          <pc:sldMk cId="1137222548" sldId="276"/>
        </pc:sldMkLst>
      </pc:sldChg>
      <pc:sldChg chg="modNotesTx">
        <pc:chgData name="Angelo Attivissimo" userId="f366678c-3975-4660-b4b5-82ae6bfd5c96" providerId="ADAL" clId="{6FF9839C-2513-44CF-A32C-07AACF72D2AC}" dt="2026-03-24T15:07:56.216" v="7455" actId="20577"/>
        <pc:sldMkLst>
          <pc:docMk/>
          <pc:sldMk cId="1988747570" sldId="277"/>
        </pc:sldMkLst>
      </pc:sldChg>
      <pc:sldChg chg="modNotesTx">
        <pc:chgData name="Angelo Attivissimo" userId="f366678c-3975-4660-b4b5-82ae6bfd5c96" providerId="ADAL" clId="{6FF9839C-2513-44CF-A32C-07AACF72D2AC}" dt="2026-03-24T15:04:21.444" v="6994" actId="20577"/>
        <pc:sldMkLst>
          <pc:docMk/>
          <pc:sldMk cId="2774846892" sldId="278"/>
        </pc:sldMkLst>
      </pc:sldChg>
      <pc:sldChg chg="modNotesTx">
        <pc:chgData name="Angelo Attivissimo" userId="f366678c-3975-4660-b4b5-82ae6bfd5c96" providerId="ADAL" clId="{6FF9839C-2513-44CF-A32C-07AACF72D2AC}" dt="2026-03-24T15:06:44.903" v="7341" actId="20577"/>
        <pc:sldMkLst>
          <pc:docMk/>
          <pc:sldMk cId="1432346721" sldId="279"/>
        </pc:sldMkLst>
      </pc:sldChg>
      <pc:sldChg chg="modNotesTx">
        <pc:chgData name="Angelo Attivissimo" userId="f366678c-3975-4660-b4b5-82ae6bfd5c96" providerId="ADAL" clId="{6FF9839C-2513-44CF-A32C-07AACF72D2AC}" dt="2026-03-24T15:06:16.716" v="7306" actId="20577"/>
        <pc:sldMkLst>
          <pc:docMk/>
          <pc:sldMk cId="1225415215" sldId="280"/>
        </pc:sldMkLst>
      </pc:sldChg>
      <pc:sldChg chg="addSp modSp mod modNotesTx">
        <pc:chgData name="Angelo Attivissimo" userId="f366678c-3975-4660-b4b5-82ae6bfd5c96" providerId="ADAL" clId="{6FF9839C-2513-44CF-A32C-07AACF72D2AC}" dt="2026-03-24T18:27:06.251" v="10587" actId="20577"/>
        <pc:sldMkLst>
          <pc:docMk/>
          <pc:sldMk cId="4090913793" sldId="281"/>
        </pc:sldMkLst>
        <pc:cxnChg chg="add mod">
          <ac:chgData name="Angelo Attivissimo" userId="f366678c-3975-4660-b4b5-82ae6bfd5c96" providerId="ADAL" clId="{6FF9839C-2513-44CF-A32C-07AACF72D2AC}" dt="2026-03-24T18:23:40.150" v="10401" actId="1582"/>
          <ac:cxnSpMkLst>
            <pc:docMk/>
            <pc:sldMk cId="4090913793" sldId="281"/>
            <ac:cxnSpMk id="6" creationId="{63F1E823-DF59-1EF5-F7AD-F8E5051BC205}"/>
          </ac:cxnSpMkLst>
        </pc:cxnChg>
        <pc:cxnChg chg="add mod">
          <ac:chgData name="Angelo Attivissimo" userId="f366678c-3975-4660-b4b5-82ae6bfd5c96" providerId="ADAL" clId="{6FF9839C-2513-44CF-A32C-07AACF72D2AC}" dt="2026-03-24T18:23:58.497" v="10403" actId="1076"/>
          <ac:cxnSpMkLst>
            <pc:docMk/>
            <pc:sldMk cId="4090913793" sldId="281"/>
            <ac:cxnSpMk id="9" creationId="{8176037D-A7EE-915D-31CF-3E5CEFAC6C1A}"/>
          </ac:cxnSpMkLst>
        </pc:cxnChg>
      </pc:sldChg>
      <pc:sldChg chg="modSp mod modNotesTx">
        <pc:chgData name="Angelo Attivissimo" userId="f366678c-3975-4660-b4b5-82ae6bfd5c96" providerId="ADAL" clId="{6FF9839C-2513-44CF-A32C-07AACF72D2AC}" dt="2026-03-24T15:15:15.869" v="7934" actId="20577"/>
        <pc:sldMkLst>
          <pc:docMk/>
          <pc:sldMk cId="265532905" sldId="282"/>
        </pc:sldMkLst>
        <pc:spChg chg="mod">
          <ac:chgData name="Angelo Attivissimo" userId="f366678c-3975-4660-b4b5-82ae6bfd5c96" providerId="ADAL" clId="{6FF9839C-2513-44CF-A32C-07AACF72D2AC}" dt="2026-03-24T15:10:35.045" v="7531" actId="20577"/>
          <ac:spMkLst>
            <pc:docMk/>
            <pc:sldMk cId="265532905" sldId="282"/>
            <ac:spMk id="3" creationId="{00D96912-8F72-F48C-B5EC-D1C31895702D}"/>
          </ac:spMkLst>
        </pc:spChg>
      </pc:sldChg>
      <pc:sldChg chg="modNotesTx">
        <pc:chgData name="Angelo Attivissimo" userId="f366678c-3975-4660-b4b5-82ae6bfd5c96" providerId="ADAL" clId="{6FF9839C-2513-44CF-A32C-07AACF72D2AC}" dt="2026-03-25T11:56:02.780" v="12295" actId="20577"/>
        <pc:sldMkLst>
          <pc:docMk/>
          <pc:sldMk cId="2080731317" sldId="283"/>
        </pc:sldMkLst>
      </pc:sldChg>
      <pc:sldChg chg="modNotesTx">
        <pc:chgData name="Angelo Attivissimo" userId="f366678c-3975-4660-b4b5-82ae6bfd5c96" providerId="ADAL" clId="{6FF9839C-2513-44CF-A32C-07AACF72D2AC}" dt="2026-03-25T18:15:03.476" v="12671" actId="20577"/>
        <pc:sldMkLst>
          <pc:docMk/>
          <pc:sldMk cId="3794926214" sldId="284"/>
        </pc:sldMkLst>
      </pc:sldChg>
      <pc:sldChg chg="modNotesTx">
        <pc:chgData name="Angelo Attivissimo" userId="f366678c-3975-4660-b4b5-82ae6bfd5c96" providerId="ADAL" clId="{6FF9839C-2513-44CF-A32C-07AACF72D2AC}" dt="2026-03-24T15:20:36.647" v="8722" actId="20577"/>
        <pc:sldMkLst>
          <pc:docMk/>
          <pc:sldMk cId="1630809877" sldId="285"/>
        </pc:sldMkLst>
      </pc:sldChg>
      <pc:sldChg chg="modNotesTx">
        <pc:chgData name="Angelo Attivissimo" userId="f366678c-3975-4660-b4b5-82ae6bfd5c96" providerId="ADAL" clId="{6FF9839C-2513-44CF-A32C-07AACF72D2AC}" dt="2026-03-24T16:03:21.175" v="9185" actId="20577"/>
        <pc:sldMkLst>
          <pc:docMk/>
          <pc:sldMk cId="852297481" sldId="286"/>
        </pc:sldMkLst>
      </pc:sldChg>
      <pc:sldChg chg="modNotesTx">
        <pc:chgData name="Angelo Attivissimo" userId="f366678c-3975-4660-b4b5-82ae6bfd5c96" providerId="ADAL" clId="{6FF9839C-2513-44CF-A32C-07AACF72D2AC}" dt="2026-03-23T17:36:13.678" v="5258" actId="20577"/>
        <pc:sldMkLst>
          <pc:docMk/>
          <pc:sldMk cId="3777252936" sldId="288"/>
        </pc:sldMkLst>
      </pc:sldChg>
      <pc:sldChg chg="modNotesTx">
        <pc:chgData name="Angelo Attivissimo" userId="f366678c-3975-4660-b4b5-82ae6bfd5c96" providerId="ADAL" clId="{6FF9839C-2513-44CF-A32C-07AACF72D2AC}" dt="2026-03-23T11:09:44.350" v="2791" actId="20577"/>
        <pc:sldMkLst>
          <pc:docMk/>
          <pc:sldMk cId="2940194174" sldId="289"/>
        </pc:sldMkLst>
      </pc:sldChg>
      <pc:sldChg chg="modNotesTx">
        <pc:chgData name="Angelo Attivissimo" userId="f366678c-3975-4660-b4b5-82ae6bfd5c96" providerId="ADAL" clId="{6FF9839C-2513-44CF-A32C-07AACF72D2AC}" dt="2026-03-23T11:02:35.778" v="2530" actId="20577"/>
        <pc:sldMkLst>
          <pc:docMk/>
          <pc:sldMk cId="2673177241" sldId="290"/>
        </pc:sldMkLst>
      </pc:sldChg>
      <pc:sldChg chg="modNotesTx">
        <pc:chgData name="Angelo Attivissimo" userId="f366678c-3975-4660-b4b5-82ae6bfd5c96" providerId="ADAL" clId="{6FF9839C-2513-44CF-A32C-07AACF72D2AC}" dt="2026-03-23T11:10:58.692" v="2920" actId="20577"/>
        <pc:sldMkLst>
          <pc:docMk/>
          <pc:sldMk cId="311254246" sldId="291"/>
        </pc:sldMkLst>
      </pc:sldChg>
      <pc:sldChg chg="modSp del mod modNotesTx">
        <pc:chgData name="Angelo Attivissimo" userId="f366678c-3975-4660-b4b5-82ae6bfd5c96" providerId="ADAL" clId="{6FF9839C-2513-44CF-A32C-07AACF72D2AC}" dt="2026-03-25T14:14:26.140" v="12400" actId="47"/>
        <pc:sldMkLst>
          <pc:docMk/>
          <pc:sldMk cId="1159858249" sldId="292"/>
        </pc:sldMkLst>
      </pc:sldChg>
      <pc:sldChg chg="addSp delSp modSp mod modNotesTx">
        <pc:chgData name="Angelo Attivissimo" userId="f366678c-3975-4660-b4b5-82ae6bfd5c96" providerId="ADAL" clId="{6FF9839C-2513-44CF-A32C-07AACF72D2AC}" dt="2026-03-25T16:08:45.013" v="12621" actId="20577"/>
        <pc:sldMkLst>
          <pc:docMk/>
          <pc:sldMk cId="2057876376" sldId="293"/>
        </pc:sldMkLst>
        <pc:spChg chg="add mod">
          <ac:chgData name="Angelo Attivissimo" userId="f366678c-3975-4660-b4b5-82ae6bfd5c96" providerId="ADAL" clId="{6FF9839C-2513-44CF-A32C-07AACF72D2AC}" dt="2026-03-23T12:16:51.079" v="5013"/>
          <ac:spMkLst>
            <pc:docMk/>
            <pc:sldMk cId="2057876376" sldId="293"/>
            <ac:spMk id="4" creationId="{58281204-EE8F-0D3B-28A2-346243E41D48}"/>
          </ac:spMkLst>
        </pc:spChg>
      </pc:sldChg>
      <pc:sldChg chg="modNotesTx">
        <pc:chgData name="Angelo Attivissimo" userId="f366678c-3975-4660-b4b5-82ae6bfd5c96" providerId="ADAL" clId="{6FF9839C-2513-44CF-A32C-07AACF72D2AC}" dt="2026-03-24T18:59:05.799" v="10706" actId="20577"/>
        <pc:sldMkLst>
          <pc:docMk/>
          <pc:sldMk cId="166682241" sldId="297"/>
        </pc:sldMkLst>
      </pc:sldChg>
      <pc:sldChg chg="modNotesTx">
        <pc:chgData name="Angelo Attivissimo" userId="f366678c-3975-4660-b4b5-82ae6bfd5c96" providerId="ADAL" clId="{6FF9839C-2513-44CF-A32C-07AACF72D2AC}" dt="2026-03-23T11:18:20.014" v="3388" actId="20577"/>
        <pc:sldMkLst>
          <pc:docMk/>
          <pc:sldMk cId="1307852579" sldId="298"/>
        </pc:sldMkLst>
      </pc:sldChg>
      <pc:sldChg chg="modNotesTx">
        <pc:chgData name="Angelo Attivissimo" userId="f366678c-3975-4660-b4b5-82ae6bfd5c96" providerId="ADAL" clId="{6FF9839C-2513-44CF-A32C-07AACF72D2AC}" dt="2026-03-25T14:06:44.902" v="12357" actId="20577"/>
        <pc:sldMkLst>
          <pc:docMk/>
          <pc:sldMk cId="95817348" sldId="299"/>
        </pc:sldMkLst>
      </pc:sldChg>
      <pc:sldChg chg="modNotesTx">
        <pc:chgData name="Angelo Attivissimo" userId="f366678c-3975-4660-b4b5-82ae6bfd5c96" providerId="ADAL" clId="{6FF9839C-2513-44CF-A32C-07AACF72D2AC}" dt="2026-03-23T11:52:12.980" v="4909" actId="20577"/>
        <pc:sldMkLst>
          <pc:docMk/>
          <pc:sldMk cId="957538186" sldId="300"/>
        </pc:sldMkLst>
      </pc:sldChg>
      <pc:sldChg chg="modNotesTx">
        <pc:chgData name="Angelo Attivissimo" userId="f366678c-3975-4660-b4b5-82ae6bfd5c96" providerId="ADAL" clId="{6FF9839C-2513-44CF-A32C-07AACF72D2AC}" dt="2026-03-24T15:51:35.636" v="9153" actId="20577"/>
        <pc:sldMkLst>
          <pc:docMk/>
          <pc:sldMk cId="3251470713" sldId="301"/>
        </pc:sldMkLst>
      </pc:sldChg>
      <pc:sldChg chg="modNotesTx">
        <pc:chgData name="Angelo Attivissimo" userId="f366678c-3975-4660-b4b5-82ae6bfd5c96" providerId="ADAL" clId="{6FF9839C-2513-44CF-A32C-07AACF72D2AC}" dt="2026-03-25T11:50:16.292" v="12290" actId="20577"/>
        <pc:sldMkLst>
          <pc:docMk/>
          <pc:sldMk cId="4212640686" sldId="302"/>
        </pc:sldMkLst>
      </pc:sldChg>
      <pc:sldChg chg="modNotesTx">
        <pc:chgData name="Angelo Attivissimo" userId="f366678c-3975-4660-b4b5-82ae6bfd5c96" providerId="ADAL" clId="{6FF9839C-2513-44CF-A32C-07AACF72D2AC}" dt="2026-03-24T18:13:21.321" v="10365" actId="20577"/>
        <pc:sldMkLst>
          <pc:docMk/>
          <pc:sldMk cId="2787020454" sldId="303"/>
        </pc:sldMkLst>
      </pc:sldChg>
      <pc:sldChg chg="modNotesTx">
        <pc:chgData name="Angelo Attivissimo" userId="f366678c-3975-4660-b4b5-82ae6bfd5c96" providerId="ADAL" clId="{6FF9839C-2513-44CF-A32C-07AACF72D2AC}" dt="2026-03-24T18:18:57.722" v="10398" actId="20577"/>
        <pc:sldMkLst>
          <pc:docMk/>
          <pc:sldMk cId="953890823" sldId="304"/>
        </pc:sldMkLst>
      </pc:sldChg>
      <pc:sldChg chg="modNotesTx">
        <pc:chgData name="Angelo Attivissimo" userId="f366678c-3975-4660-b4b5-82ae6bfd5c96" providerId="ADAL" clId="{6FF9839C-2513-44CF-A32C-07AACF72D2AC}" dt="2026-03-24T18:09:10.161" v="9932" actId="20577"/>
        <pc:sldMkLst>
          <pc:docMk/>
          <pc:sldMk cId="883991354" sldId="305"/>
        </pc:sldMkLst>
      </pc:sldChg>
      <pc:sldMasterChg chg="modSldLayout">
        <pc:chgData name="Angelo Attivissimo" userId="f366678c-3975-4660-b4b5-82ae6bfd5c96" providerId="ADAL" clId="{6FF9839C-2513-44CF-A32C-07AACF72D2AC}" dt="2026-03-10T15:33:52.536" v="281" actId="403"/>
        <pc:sldMasterMkLst>
          <pc:docMk/>
          <pc:sldMasterMk cId="3892584695" sldId="2147483648"/>
        </pc:sldMasterMkLst>
        <pc:sldLayoutChg chg="modSp mod">
          <pc:chgData name="Angelo Attivissimo" userId="f366678c-3975-4660-b4b5-82ae6bfd5c96" providerId="ADAL" clId="{6FF9839C-2513-44CF-A32C-07AACF72D2AC}" dt="2026-03-10T15:19:42.306" v="177" actId="1076"/>
          <pc:sldLayoutMkLst>
            <pc:docMk/>
            <pc:sldMasterMk cId="3892584695" sldId="2147483648"/>
            <pc:sldLayoutMk cId="595274971" sldId="2147483649"/>
          </pc:sldLayoutMkLst>
          <pc:spChg chg="mod">
            <ac:chgData name="Angelo Attivissimo" userId="f366678c-3975-4660-b4b5-82ae6bfd5c96" providerId="ADAL" clId="{6FF9839C-2513-44CF-A32C-07AACF72D2AC}" dt="2026-03-10T15:19:42.306" v="177" actId="1076"/>
            <ac:spMkLst>
              <pc:docMk/>
              <pc:sldMasterMk cId="3892584695" sldId="2147483648"/>
              <pc:sldLayoutMk cId="595274971" sldId="2147483649"/>
              <ac:spMk id="22" creationId="{00000000-0000-0000-0000-000000000000}"/>
            </ac:spMkLst>
          </pc:spChg>
        </pc:sldLayoutChg>
        <pc:sldLayoutChg chg="modSp mod">
          <pc:chgData name="Angelo Attivissimo" userId="f366678c-3975-4660-b4b5-82ae6bfd5c96" providerId="ADAL" clId="{6FF9839C-2513-44CF-A32C-07AACF72D2AC}" dt="2026-03-10T15:33:52.536" v="281" actId="403"/>
          <pc:sldLayoutMkLst>
            <pc:docMk/>
            <pc:sldMasterMk cId="3892584695" sldId="2147483648"/>
            <pc:sldLayoutMk cId="947988093" sldId="2147483650"/>
          </pc:sldLayoutMkLst>
          <pc:spChg chg="mod">
            <ac:chgData name="Angelo Attivissimo" userId="f366678c-3975-4660-b4b5-82ae6bfd5c96" providerId="ADAL" clId="{6FF9839C-2513-44CF-A32C-07AACF72D2AC}" dt="2026-03-10T15:33:52.536" v="281" actId="403"/>
            <ac:spMkLst>
              <pc:docMk/>
              <pc:sldMasterMk cId="3892584695" sldId="2147483648"/>
              <pc:sldLayoutMk cId="947988093" sldId="2147483650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FC050-9C1D-4A44-B4C3-0E30B77BCAC1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D5E19-E7CA-45F6-8D44-210B4E61BA9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040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6394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Quando guardiamo atleta compiere un movimento, il nostro cervello capisce come il corpo si sta muovendo: come il movimento si sta evolvendo nel tempo</a:t>
            </a:r>
            <a:br>
              <a:rPr lang="it-IT" dirty="0"/>
            </a:br>
            <a:endParaRPr lang="it-IT" dirty="0"/>
          </a:p>
          <a:p>
            <a:r>
              <a:rPr lang="it-IT" dirty="0"/>
              <a:t>Per una macchina e’ decisamente piu’ complesso.</a:t>
            </a:r>
            <a:br>
              <a:rPr lang="it-IT" dirty="0"/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4463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DD7F-EC92-63F5-2F6D-31C41602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DD7EB-05ED-262B-8F5A-7A76FB858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5B256-B3A4-51B9-A363-C9BFC180D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Le soluzioni che utilizzano solamente dati visivi, rientrano in operazione della CV nota come HPE.</a:t>
            </a:r>
          </a:p>
          <a:p>
            <a:endParaRPr lang="it-IT" dirty="0"/>
          </a:p>
          <a:p>
            <a:r>
              <a:rPr lang="it-IT" dirty="0"/>
              <a:t>Struttura Spaziale e Temporale della posa da dati visivi</a:t>
            </a:r>
            <a:br>
              <a:rPr lang="it-IT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D4D6D-A8AF-A65E-6DB9-06A347CA5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8119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E6F46-594F-A5F3-B387-7E68D8E0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E10F7-C12D-7CCC-80D6-557E88E99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F95CF-C5F2-527D-C294-8BCE10718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Applicazione HPE e’ Analisi Sportiva: ricostruendo il movimento con un modello di CV possiamo:</a:t>
            </a:r>
            <a:br>
              <a:rPr lang="it-IT" dirty="0"/>
            </a:br>
            <a:br>
              <a:rPr lang="it-IT" dirty="0"/>
            </a:br>
            <a:r>
              <a:rPr lang="it-IT" dirty="0"/>
              <a:t>Performance </a:t>
            </a:r>
          </a:p>
          <a:p>
            <a:r>
              <a:rPr lang="it-IT" dirty="0"/>
              <a:t>Movimenti Inefficienti</a:t>
            </a:r>
          </a:p>
          <a:p>
            <a:r>
              <a:rPr lang="it-IT" dirty="0"/>
              <a:t>Prevenire Infortuni</a:t>
            </a:r>
            <a:br>
              <a:rPr lang="it-IT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3B93F-AA6D-5376-1C84-EE21F02C7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8051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4F9ED-3039-C34A-C6A0-5AC655B9D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D9D34-52CE-0E04-0DDA-8688ADB88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209A8-F935-918F-3AFE-96B0AAD28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Analisi</a:t>
            </a:r>
            <a:r>
              <a:rPr lang="en-GB" dirty="0"/>
              <a:t> Sportive con </a:t>
            </a:r>
            <a:r>
              <a:rPr lang="en-GB" dirty="0" err="1"/>
              <a:t>Sistemi</a:t>
            </a:r>
            <a:r>
              <a:rPr lang="en-GB" dirty="0"/>
              <a:t> di </a:t>
            </a:r>
            <a:r>
              <a:rPr lang="en-GB" dirty="0" err="1"/>
              <a:t>Cattura</a:t>
            </a:r>
            <a:r>
              <a:rPr lang="en-GB" dirty="0"/>
              <a:t> del </a:t>
            </a:r>
            <a:r>
              <a:rPr lang="en-GB" dirty="0" err="1"/>
              <a:t>Movimenti</a:t>
            </a:r>
            <a:r>
              <a:rPr lang="en-GB" dirty="0"/>
              <a:t>, </a:t>
            </a:r>
            <a:r>
              <a:rPr lang="en-GB" dirty="0" err="1"/>
              <a:t>molteplici</a:t>
            </a:r>
            <a:r>
              <a:rPr lang="en-GB" dirty="0"/>
              <a:t> </a:t>
            </a:r>
            <a:r>
              <a:rPr lang="en-GB" dirty="0" err="1"/>
              <a:t>camere</a:t>
            </a:r>
            <a:r>
              <a:rPr lang="en-GB" dirty="0"/>
              <a:t> </a:t>
            </a:r>
            <a:r>
              <a:rPr lang="en-GB" dirty="0" err="1"/>
              <a:t>fisse</a:t>
            </a:r>
            <a:r>
              <a:rPr lang="en-GB" dirty="0"/>
              <a:t> e calibrate poste </a:t>
            </a:r>
            <a:r>
              <a:rPr lang="en-GB" dirty="0" err="1"/>
              <a:t>intorno</a:t>
            </a:r>
            <a:r>
              <a:rPr lang="en-GB" dirty="0"/>
              <a:t> al </a:t>
            </a:r>
            <a:r>
              <a:rPr lang="en-GB" dirty="0" err="1"/>
              <a:t>soggetto</a:t>
            </a:r>
            <a:r>
              <a:rPr lang="en-GB" dirty="0"/>
              <a:t>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Per </a:t>
            </a:r>
            <a:r>
              <a:rPr lang="en-GB" dirty="0" err="1"/>
              <a:t>ricostruire</a:t>
            </a:r>
            <a:r>
              <a:rPr lang="en-GB" dirty="0"/>
              <a:t> </a:t>
            </a:r>
            <a:r>
              <a:rPr lang="en-GB" dirty="0" err="1"/>
              <a:t>posa</a:t>
            </a:r>
            <a:r>
              <a:rPr lang="en-GB" dirty="0"/>
              <a:t> </a:t>
            </a:r>
            <a:r>
              <a:rPr lang="en-GB" dirty="0" err="1"/>
              <a:t>nello</a:t>
            </a:r>
            <a:r>
              <a:rPr lang="en-GB" dirty="0"/>
              <a:t> </a:t>
            </a:r>
            <a:r>
              <a:rPr lang="en-GB" dirty="0" err="1"/>
              <a:t>spazio</a:t>
            </a:r>
            <a:r>
              <a:rPr lang="en-GB" dirty="0"/>
              <a:t> 3D e </a:t>
            </a:r>
            <a:r>
              <a:rPr lang="en-GB" dirty="0" err="1"/>
              <a:t>movimento</a:t>
            </a:r>
            <a:r>
              <a:rPr lang="en-GB" dirty="0"/>
              <a:t> </a:t>
            </a:r>
            <a:r>
              <a:rPr lang="en-GB" dirty="0" err="1"/>
              <a:t>atletico</a:t>
            </a:r>
            <a:r>
              <a:rPr lang="en-GB" dirty="0"/>
              <a:t>.</a:t>
            </a:r>
          </a:p>
          <a:p>
            <a:br>
              <a:rPr lang="en-GB" dirty="0"/>
            </a:br>
            <a:r>
              <a:rPr lang="en-GB" dirty="0" err="1"/>
              <a:t>Ambienti</a:t>
            </a:r>
            <a:r>
              <a:rPr lang="en-GB" dirty="0"/>
              <a:t> </a:t>
            </a:r>
            <a:r>
              <a:rPr lang="en-GB" dirty="0" err="1"/>
              <a:t>limitati</a:t>
            </a:r>
            <a:r>
              <a:rPr lang="en-GB" dirty="0"/>
              <a:t> e </a:t>
            </a:r>
            <a:r>
              <a:rPr lang="en-GB" dirty="0" err="1"/>
              <a:t>controllati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968B7-825C-4B7D-B78A-3D5E2A54C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2766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Sport </a:t>
            </a:r>
            <a:r>
              <a:rPr lang="en-GB" dirty="0" err="1"/>
              <a:t>all’aperto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abbiano</a:t>
            </a:r>
            <a:r>
              <a:rPr lang="en-GB" dirty="0"/>
              <a:t> </a:t>
            </a:r>
            <a:r>
              <a:rPr lang="en-GB" dirty="0" err="1"/>
              <a:t>bisogno</a:t>
            </a:r>
            <a:r>
              <a:rPr lang="en-GB" dirty="0"/>
              <a:t> di Vaste Aree</a:t>
            </a:r>
          </a:p>
          <a:p>
            <a:endParaRPr lang="en-GB" dirty="0"/>
          </a:p>
          <a:p>
            <a:r>
              <a:rPr lang="en-GB" dirty="0"/>
              <a:t>No </a:t>
            </a:r>
            <a:r>
              <a:rPr lang="en-GB" dirty="0" err="1"/>
              <a:t>camere</a:t>
            </a:r>
            <a:r>
              <a:rPr lang="en-GB" dirty="0"/>
              <a:t> </a:t>
            </a:r>
            <a:r>
              <a:rPr lang="en-GB" dirty="0" err="1"/>
              <a:t>fisse</a:t>
            </a:r>
            <a:endParaRPr lang="en-GB" dirty="0"/>
          </a:p>
          <a:p>
            <a:endParaRPr lang="en-GB" dirty="0"/>
          </a:p>
          <a:p>
            <a:r>
              <a:rPr lang="en-GB" dirty="0"/>
              <a:t>Drone </a:t>
            </a:r>
            <a:r>
              <a:rPr lang="en-GB" dirty="0" err="1"/>
              <a:t>scelta</a:t>
            </a:r>
            <a:r>
              <a:rPr lang="en-GB" dirty="0"/>
              <a:t> </a:t>
            </a:r>
            <a:r>
              <a:rPr lang="en-GB" dirty="0" err="1"/>
              <a:t>interessante</a:t>
            </a:r>
            <a:r>
              <a:rPr lang="en-GB" dirty="0"/>
              <a:t>, </a:t>
            </a:r>
            <a:r>
              <a:rPr lang="en-GB" dirty="0" err="1"/>
              <a:t>essi</a:t>
            </a:r>
            <a:r>
              <a:rPr lang="en-GB" dirty="0"/>
              <a:t> </a:t>
            </a:r>
            <a:r>
              <a:rPr lang="en-GB" dirty="0" err="1"/>
              <a:t>possono</a:t>
            </a:r>
            <a:r>
              <a:rPr lang="en-GB" dirty="0"/>
              <a:t> </a:t>
            </a:r>
            <a:r>
              <a:rPr lang="en-GB" dirty="0" err="1"/>
              <a:t>Seguire</a:t>
            </a:r>
            <a:r>
              <a:rPr lang="en-GB" dirty="0"/>
              <a:t> </a:t>
            </a:r>
            <a:r>
              <a:rPr lang="en-GB" dirty="0" err="1"/>
              <a:t>l’atleta</a:t>
            </a:r>
            <a:r>
              <a:rPr lang="en-GB" dirty="0"/>
              <a:t> e lo </a:t>
            </a:r>
            <a:r>
              <a:rPr lang="en-GB" dirty="0" err="1"/>
              <a:t>hanno</a:t>
            </a:r>
            <a:r>
              <a:rPr lang="en-GB" dirty="0"/>
              <a:t> in primo piano </a:t>
            </a:r>
            <a:r>
              <a:rPr lang="en-GB" dirty="0" err="1"/>
              <a:t>Indipendentemente</a:t>
            </a:r>
            <a:r>
              <a:rPr lang="en-GB" dirty="0"/>
              <a:t> </a:t>
            </a:r>
            <a:r>
              <a:rPr lang="en-GB" dirty="0" err="1"/>
              <a:t>dall’Ambiente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8739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</a:t>
            </a:r>
            <a:r>
              <a:rPr lang="en-US" dirty="0" err="1"/>
              <a:t>esistono</a:t>
            </a:r>
            <a:r>
              <a:rPr lang="en-US" dirty="0"/>
              <a:t> Grandi e Definite </a:t>
            </a:r>
            <a:r>
              <a:rPr lang="en-US" dirty="0" err="1"/>
              <a:t>soluzioni</a:t>
            </a:r>
            <a:r>
              <a:rPr lang="en-US" dirty="0"/>
              <a:t> per </a:t>
            </a:r>
            <a:r>
              <a:rPr lang="en-US" dirty="0" err="1"/>
              <a:t>analisi</a:t>
            </a:r>
            <a:r>
              <a:rPr lang="en-US" dirty="0"/>
              <a:t> del </a:t>
            </a:r>
            <a:r>
              <a:rPr lang="en-US" dirty="0" err="1"/>
              <a:t>movimento</a:t>
            </a:r>
            <a:r>
              <a:rPr lang="en-US" dirty="0"/>
              <a:t> da </a:t>
            </a:r>
            <a:r>
              <a:rPr lang="en-US" dirty="0" err="1"/>
              <a:t>riprese</a:t>
            </a:r>
            <a:r>
              <a:rPr lang="en-US" dirty="0"/>
              <a:t> </a:t>
            </a:r>
            <a:r>
              <a:rPr lang="en-US" dirty="0" err="1"/>
              <a:t>aeree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Non </a:t>
            </a:r>
            <a:r>
              <a:rPr lang="en-US" dirty="0" err="1"/>
              <a:t>esistono</a:t>
            </a:r>
            <a:r>
              <a:rPr lang="en-US" dirty="0"/>
              <a:t> </a:t>
            </a:r>
            <a:r>
              <a:rPr lang="en-US" dirty="0" err="1"/>
              <a:t>grandi</a:t>
            </a:r>
            <a:r>
              <a:rPr lang="en-US" dirty="0"/>
              <a:t> dataset </a:t>
            </a:r>
            <a:r>
              <a:rPr lang="en-US" dirty="0" err="1"/>
              <a:t>pubblici</a:t>
            </a:r>
            <a:r>
              <a:rPr lang="en-US" dirty="0"/>
              <a:t> per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scopo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Creazione</a:t>
            </a:r>
            <a:r>
              <a:rPr lang="en-US" dirty="0"/>
              <a:t> di un </a:t>
            </a:r>
            <a:r>
              <a:rPr lang="en-US" dirty="0" err="1"/>
              <a:t>modello</a:t>
            </a:r>
            <a:r>
              <a:rPr lang="en-US" dirty="0"/>
              <a:t> di CV per </a:t>
            </a:r>
            <a:r>
              <a:rPr lang="en-US" dirty="0" err="1"/>
              <a:t>ricostruzione</a:t>
            </a:r>
            <a:r>
              <a:rPr lang="en-US" dirty="0"/>
              <a:t> 3D del </a:t>
            </a:r>
            <a:r>
              <a:rPr lang="en-US" dirty="0" err="1"/>
              <a:t>Movimento</a:t>
            </a:r>
            <a:r>
              <a:rPr lang="en-US" dirty="0"/>
              <a:t> Con </a:t>
            </a:r>
            <a:r>
              <a:rPr lang="en-US" dirty="0" err="1"/>
              <a:t>approccio</a:t>
            </a:r>
            <a:r>
              <a:rPr lang="en-US" dirty="0"/>
              <a:t> Auto-</a:t>
            </a:r>
            <a:r>
              <a:rPr lang="en-US" dirty="0" err="1"/>
              <a:t>Supervisionato</a:t>
            </a:r>
            <a:r>
              <a:rPr lang="en-US" dirty="0"/>
              <a:t> per </a:t>
            </a:r>
            <a:r>
              <a:rPr lang="en-US" dirty="0" err="1"/>
              <a:t>contrastare</a:t>
            </a:r>
            <a:r>
              <a:rPr lang="en-US" dirty="0"/>
              <a:t> la </a:t>
            </a:r>
            <a:r>
              <a:rPr lang="en-US" dirty="0" err="1"/>
              <a:t>scarsita</a:t>
            </a:r>
            <a:r>
              <a:rPr lang="en-US" dirty="0"/>
              <a:t>’ di </a:t>
            </a:r>
            <a:r>
              <a:rPr lang="en-US" dirty="0" err="1"/>
              <a:t>dati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0361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7D0A9-2CD8-5352-71FC-3435F3439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6AA47-F9B5-427B-0E59-6185F34C7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E0E85-AA54-5F92-5AA2-D175D4045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Video </a:t>
            </a:r>
            <a:r>
              <a:rPr lang="en-GB" dirty="0" err="1"/>
              <a:t>Monoculare</a:t>
            </a:r>
            <a:r>
              <a:rPr lang="en-GB" dirty="0"/>
              <a:t> di un </a:t>
            </a:r>
            <a:r>
              <a:rPr lang="en-GB" dirty="0" err="1"/>
              <a:t>singolo</a:t>
            </a:r>
            <a:r>
              <a:rPr lang="en-GB" dirty="0"/>
              <a:t> </a:t>
            </a:r>
            <a:r>
              <a:rPr lang="en-GB" dirty="0" err="1"/>
              <a:t>atleta</a:t>
            </a:r>
            <a:r>
              <a:rPr lang="en-GB" dirty="0"/>
              <a:t>.</a:t>
            </a:r>
          </a:p>
          <a:p>
            <a:r>
              <a:rPr lang="en-GB" dirty="0" err="1"/>
              <a:t>Vogliamo</a:t>
            </a:r>
            <a:r>
              <a:rPr lang="en-GB" dirty="0"/>
              <a:t> </a:t>
            </a:r>
            <a:r>
              <a:rPr lang="en-GB" dirty="0" err="1"/>
              <a:t>ricostruire</a:t>
            </a:r>
            <a:r>
              <a:rPr lang="en-GB" dirty="0"/>
              <a:t> il </a:t>
            </a:r>
            <a:r>
              <a:rPr lang="en-GB" dirty="0" err="1"/>
              <a:t>movimento</a:t>
            </a:r>
            <a:r>
              <a:rPr lang="en-GB" dirty="0"/>
              <a:t> 3D.</a:t>
            </a:r>
          </a:p>
          <a:p>
            <a:endParaRPr lang="en-GB" dirty="0"/>
          </a:p>
          <a:p>
            <a:r>
              <a:rPr lang="en-GB" dirty="0"/>
              <a:t>Il </a:t>
            </a:r>
            <a:r>
              <a:rPr lang="en-GB" dirty="0" err="1"/>
              <a:t>modello</a:t>
            </a:r>
            <a:r>
              <a:rPr lang="en-GB" dirty="0"/>
              <a:t> di CV </a:t>
            </a:r>
            <a:r>
              <a:rPr lang="en-GB" dirty="0" err="1"/>
              <a:t>deve</a:t>
            </a:r>
            <a:r>
              <a:rPr lang="en-GB" dirty="0"/>
              <a:t> </a:t>
            </a:r>
            <a:r>
              <a:rPr lang="en-GB" dirty="0" err="1"/>
              <a:t>apprendere</a:t>
            </a:r>
            <a:r>
              <a:rPr lang="en-GB" dirty="0"/>
              <a:t> come </a:t>
            </a:r>
            <a:r>
              <a:rPr lang="en-GB" dirty="0" err="1"/>
              <a:t>mappare</a:t>
            </a:r>
            <a:r>
              <a:rPr lang="en-GB" dirty="0"/>
              <a:t> il video in input in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sequenza</a:t>
            </a:r>
            <a:r>
              <a:rPr lang="en-GB" dirty="0"/>
              <a:t> di pose 3D </a:t>
            </a:r>
            <a:r>
              <a:rPr lang="en-GB" dirty="0" err="1"/>
              <a:t>nello</a:t>
            </a:r>
            <a:r>
              <a:rPr lang="en-GB" dirty="0"/>
              <a:t> </a:t>
            </a:r>
            <a:r>
              <a:rPr lang="en-GB" dirty="0" err="1"/>
              <a:t>spazio</a:t>
            </a:r>
            <a:r>
              <a:rPr lang="en-GB" dirty="0"/>
              <a:t> in output.</a:t>
            </a:r>
          </a:p>
          <a:p>
            <a:br>
              <a:rPr lang="en-GB" dirty="0"/>
            </a:br>
            <a:r>
              <a:rPr lang="en-GB" dirty="0"/>
              <a:t>La </a:t>
            </a:r>
            <a:r>
              <a:rPr lang="en-GB" dirty="0" err="1"/>
              <a:t>posa</a:t>
            </a:r>
            <a:r>
              <a:rPr lang="en-GB" dirty="0"/>
              <a:t> </a:t>
            </a:r>
            <a:r>
              <a:rPr lang="en-GB" dirty="0" err="1"/>
              <a:t>umana</a:t>
            </a:r>
            <a:r>
              <a:rPr lang="en-GB" dirty="0"/>
              <a:t> in HPE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ottiene</a:t>
            </a:r>
            <a:r>
              <a:rPr lang="en-GB" dirty="0"/>
              <a:t> </a:t>
            </a:r>
            <a:r>
              <a:rPr lang="en-GB" dirty="0" err="1"/>
              <a:t>individuando</a:t>
            </a:r>
            <a:r>
              <a:rPr lang="en-GB" dirty="0"/>
              <a:t> </a:t>
            </a:r>
            <a:r>
              <a:rPr lang="en-GB" dirty="0" err="1"/>
              <a:t>nella</a:t>
            </a:r>
            <a:r>
              <a:rPr lang="en-GB" dirty="0"/>
              <a:t> scena </a:t>
            </a:r>
            <a:r>
              <a:rPr lang="en-GB" dirty="0" err="1"/>
              <a:t>Sequenza</a:t>
            </a:r>
            <a:r>
              <a:rPr lang="en-GB" dirty="0"/>
              <a:t> di </a:t>
            </a:r>
            <a:r>
              <a:rPr lang="en-GB" dirty="0" err="1"/>
              <a:t>punti</a:t>
            </a:r>
            <a:r>
              <a:rPr lang="en-GB" dirty="0"/>
              <a:t> </a:t>
            </a:r>
            <a:r>
              <a:rPr lang="en-GB" dirty="0" err="1"/>
              <a:t>chiave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corrispondono</a:t>
            </a:r>
            <a:r>
              <a:rPr lang="en-GB" dirty="0"/>
              <a:t> alle </a:t>
            </a:r>
            <a:r>
              <a:rPr lang="en-GB" dirty="0" err="1"/>
              <a:t>articolazioni</a:t>
            </a:r>
            <a:r>
              <a:rPr lang="en-GB" dirty="0"/>
              <a:t> </a:t>
            </a:r>
            <a:r>
              <a:rPr lang="en-GB" dirty="0" err="1"/>
              <a:t>umane</a:t>
            </a:r>
            <a:r>
              <a:rPr lang="en-GB" dirty="0"/>
              <a:t>. </a:t>
            </a:r>
            <a:br>
              <a:rPr lang="en-GB" dirty="0"/>
            </a:br>
            <a:r>
              <a:rPr lang="en-GB" dirty="0" err="1"/>
              <a:t>Unendo</a:t>
            </a:r>
            <a:r>
              <a:rPr lang="en-GB" dirty="0"/>
              <a:t> </a:t>
            </a:r>
            <a:r>
              <a:rPr lang="en-GB" dirty="0" err="1"/>
              <a:t>Punti</a:t>
            </a:r>
            <a:r>
              <a:rPr lang="en-GB" dirty="0"/>
              <a:t> </a:t>
            </a:r>
            <a:r>
              <a:rPr lang="en-GB" dirty="0" err="1"/>
              <a:t>Chiave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puo</a:t>
            </a:r>
            <a:r>
              <a:rPr lang="en-GB" dirty="0"/>
              <a:t>’ </a:t>
            </a:r>
            <a:r>
              <a:rPr lang="en-GB" dirty="0" err="1"/>
              <a:t>ottenere</a:t>
            </a:r>
            <a:r>
              <a:rPr lang="en-GB" dirty="0"/>
              <a:t> </a:t>
            </a:r>
            <a:r>
              <a:rPr lang="en-GB" dirty="0" err="1"/>
              <a:t>posa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43350-945D-E037-4042-669335EBC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3537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Obiettivo</a:t>
            </a:r>
            <a:r>
              <a:rPr lang="en-GB" dirty="0"/>
              <a:t> e’ </a:t>
            </a:r>
            <a:r>
              <a:rPr lang="en-GB" dirty="0" err="1"/>
              <a:t>minimizzare</a:t>
            </a:r>
            <a:r>
              <a:rPr lang="en-GB" dirty="0"/>
              <a:t> la </a:t>
            </a:r>
            <a:r>
              <a:rPr lang="en-GB" dirty="0" err="1"/>
              <a:t>Discrepanza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punti</a:t>
            </a:r>
            <a:r>
              <a:rPr lang="en-GB" dirty="0"/>
              <a:t> </a:t>
            </a:r>
            <a:r>
              <a:rPr lang="en-GB" dirty="0" err="1"/>
              <a:t>predetti</a:t>
            </a:r>
            <a:r>
              <a:rPr lang="en-GB" dirty="0"/>
              <a:t> e </a:t>
            </a:r>
            <a:r>
              <a:rPr lang="en-GB" dirty="0" err="1"/>
              <a:t>punti</a:t>
            </a:r>
            <a:r>
              <a:rPr lang="en-GB" dirty="0"/>
              <a:t> </a:t>
            </a:r>
            <a:r>
              <a:rPr lang="en-GB" dirty="0" err="1"/>
              <a:t>reali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 err="1"/>
              <a:t>Ottimizzando</a:t>
            </a:r>
            <a:r>
              <a:rPr lang="en-GB" dirty="0"/>
              <a:t> la </a:t>
            </a:r>
            <a:r>
              <a:rPr lang="en-GB" dirty="0" err="1"/>
              <a:t>metrica</a:t>
            </a:r>
            <a:r>
              <a:rPr lang="en-GB" dirty="0"/>
              <a:t> MPJPE</a:t>
            </a:r>
          </a:p>
          <a:p>
            <a:endParaRPr lang="en-GB" dirty="0"/>
          </a:p>
          <a:p>
            <a:r>
              <a:rPr lang="en-GB" dirty="0" err="1"/>
              <a:t>Spiega</a:t>
            </a:r>
            <a:r>
              <a:rPr lang="en-GB" dirty="0"/>
              <a:t> </a:t>
            </a:r>
            <a:r>
              <a:rPr lang="en-GB" dirty="0" err="1"/>
              <a:t>visivamente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cosa</a:t>
            </a:r>
            <a:r>
              <a:rPr lang="en-GB" dirty="0"/>
              <a:t> fa MPJPE.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4908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A571B-224C-F5F5-CED1-A77DBE74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6D114-6587-13EF-3BBA-F7D66CFEA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BF8A7-C111-04AF-925C-92E0DCB67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Spiega</a:t>
            </a:r>
            <a:r>
              <a:rPr lang="en-GB" dirty="0"/>
              <a:t> </a:t>
            </a:r>
            <a:r>
              <a:rPr lang="en-GB" dirty="0" err="1"/>
              <a:t>visivamente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cosa</a:t>
            </a:r>
            <a:r>
              <a:rPr lang="en-GB" dirty="0"/>
              <a:t> fa MPJPE.</a:t>
            </a:r>
            <a:br>
              <a:rPr lang="en-GB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BC48D-A329-5913-FA3B-EDA942BAB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8569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8522-0CCA-2D97-6FCA-EEAE3534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7E6D0-DC0D-A6D9-38EA-CB3F4542D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CF18E-655F-8EC3-1051-9D79F9017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Spiega</a:t>
            </a:r>
            <a:r>
              <a:rPr lang="en-GB" dirty="0"/>
              <a:t> </a:t>
            </a:r>
            <a:r>
              <a:rPr lang="en-GB" dirty="0" err="1"/>
              <a:t>visivamente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cosa</a:t>
            </a:r>
            <a:r>
              <a:rPr lang="en-GB" dirty="0"/>
              <a:t> fa MPJPE.</a:t>
            </a:r>
            <a:br>
              <a:rPr lang="en-GB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53811-6894-54E1-5BD9-C747136E4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830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4875-01D2-E16E-5DEF-0EB2A6859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15B380-128F-F019-E2B0-8B4E7B5DE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133BB-7F4E-60D3-C15C-3427E4653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Spiega</a:t>
            </a:r>
            <a:r>
              <a:rPr lang="en-GB" dirty="0"/>
              <a:t> </a:t>
            </a:r>
            <a:r>
              <a:rPr lang="en-GB" dirty="0" err="1"/>
              <a:t>visivamente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cosa</a:t>
            </a:r>
            <a:r>
              <a:rPr lang="en-GB" dirty="0"/>
              <a:t> fa MPJPE.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9F25E-3EA7-6EB6-6760-EC704C937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0207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A987-4742-44F4-CA0C-FB4075213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7BF1A-CD9B-E256-4911-679FDC4B6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2B44A-3CE9-45D5-FE3A-785C06EF7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Ambiguita</a:t>
            </a:r>
            <a:r>
              <a:rPr lang="en-GB" dirty="0"/>
              <a:t>’ </a:t>
            </a:r>
            <a:r>
              <a:rPr lang="en-GB" dirty="0" err="1"/>
              <a:t>Profondita</a:t>
            </a:r>
            <a:r>
              <a:rPr lang="en-GB" dirty="0"/>
              <a:t>’ e Perdita info </a:t>
            </a:r>
            <a:r>
              <a:rPr lang="en-GB" dirty="0" err="1"/>
              <a:t>Geometriche</a:t>
            </a:r>
            <a:r>
              <a:rPr lang="en-GB" dirty="0"/>
              <a:t> </a:t>
            </a:r>
            <a:r>
              <a:rPr lang="en-GB" dirty="0" err="1"/>
              <a:t>dovuta</a:t>
            </a:r>
            <a:r>
              <a:rPr lang="en-GB" dirty="0"/>
              <a:t> a </a:t>
            </a:r>
            <a:r>
              <a:rPr lang="en-GB" dirty="0" err="1"/>
              <a:t>monoculare</a:t>
            </a:r>
            <a:r>
              <a:rPr lang="en-GB" dirty="0"/>
              <a:t>.</a:t>
            </a:r>
          </a:p>
          <a:p>
            <a:br>
              <a:rPr lang="en-GB" dirty="0"/>
            </a:br>
            <a:r>
              <a:rPr lang="en-GB" dirty="0"/>
              <a:t>Motion Blur e Bassa </a:t>
            </a:r>
            <a:r>
              <a:rPr lang="en-GB" dirty="0" err="1"/>
              <a:t>Risoluzione</a:t>
            </a:r>
            <a:r>
              <a:rPr lang="en-GB" dirty="0"/>
              <a:t> </a:t>
            </a:r>
            <a:r>
              <a:rPr lang="en-GB" dirty="0" err="1"/>
              <a:t>dovuti</a:t>
            </a:r>
            <a:r>
              <a:rPr lang="en-GB" dirty="0"/>
              <a:t> alla  camera in </a:t>
            </a:r>
            <a:r>
              <a:rPr lang="en-GB" dirty="0" err="1"/>
              <a:t>movimento</a:t>
            </a:r>
            <a:r>
              <a:rPr lang="en-GB" dirty="0"/>
              <a:t> </a:t>
            </a:r>
            <a:r>
              <a:rPr lang="en-GB" dirty="0" err="1"/>
              <a:t>rendono</a:t>
            </a:r>
            <a:r>
              <a:rPr lang="en-GB" dirty="0"/>
              <a:t> piu’ difficile </a:t>
            </a:r>
            <a:r>
              <a:rPr lang="en-GB" dirty="0" err="1"/>
              <a:t>l’individuazione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</a:t>
            </a:r>
            <a:r>
              <a:rPr lang="en-GB" dirty="0" err="1"/>
              <a:t>punti</a:t>
            </a:r>
            <a:r>
              <a:rPr lang="en-GB" dirty="0"/>
              <a:t> </a:t>
            </a:r>
            <a:r>
              <a:rPr lang="en-GB" dirty="0" err="1"/>
              <a:t>chiave</a:t>
            </a:r>
            <a:r>
              <a:rPr lang="en-GB" dirty="0"/>
              <a:t>.</a:t>
            </a:r>
          </a:p>
          <a:p>
            <a:br>
              <a:rPr lang="en-GB" dirty="0"/>
            </a:br>
            <a:r>
              <a:rPr lang="en-GB" dirty="0"/>
              <a:t>Vista </a:t>
            </a:r>
            <a:r>
              <a:rPr lang="en-GB" dirty="0" err="1"/>
              <a:t>angolata</a:t>
            </a:r>
            <a:r>
              <a:rPr lang="en-GB" dirty="0"/>
              <a:t> causa Auto-</a:t>
            </a:r>
            <a:r>
              <a:rPr lang="en-GB" dirty="0" err="1"/>
              <a:t>Occlusione</a:t>
            </a:r>
            <a:r>
              <a:rPr lang="en-GB" dirty="0"/>
              <a:t> e </a:t>
            </a:r>
            <a:r>
              <a:rPr lang="en-GB" dirty="0" err="1"/>
              <a:t>Visibilita</a:t>
            </a:r>
            <a:r>
              <a:rPr lang="en-GB" dirty="0"/>
              <a:t>’ Parziale degli arti </a:t>
            </a:r>
            <a:r>
              <a:rPr lang="en-GB" dirty="0" err="1"/>
              <a:t>dell’atleta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A365D-63D2-FF0D-A957-43B4755DF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746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Soluzione</a:t>
            </a:r>
            <a:r>
              <a:rPr lang="en-US" dirty="0"/>
              <a:t> </a:t>
            </a:r>
            <a:r>
              <a:rPr lang="en-US" dirty="0" err="1"/>
              <a:t>proposta</a:t>
            </a:r>
            <a:r>
              <a:rPr lang="en-US" dirty="0"/>
              <a:t> </a:t>
            </a:r>
            <a:r>
              <a:rPr lang="en-US" dirty="0" err="1"/>
              <a:t>caratterizzata</a:t>
            </a:r>
            <a:r>
              <a:rPr lang="en-US" dirty="0"/>
              <a:t> da Pipeline a due </a:t>
            </a:r>
            <a:r>
              <a:rPr lang="en-US" dirty="0" err="1"/>
              <a:t>fasi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Prima </a:t>
            </a:r>
            <a:r>
              <a:rPr lang="en-US" dirty="0" err="1"/>
              <a:t>estrazione</a:t>
            </a:r>
            <a:r>
              <a:rPr lang="en-US" dirty="0"/>
              <a:t> della </a:t>
            </a:r>
            <a:r>
              <a:rPr lang="en-US" dirty="0" err="1"/>
              <a:t>sequenza</a:t>
            </a:r>
            <a:r>
              <a:rPr lang="en-US" dirty="0"/>
              <a:t> di pose 2D dal video in input.</a:t>
            </a:r>
          </a:p>
          <a:p>
            <a:endParaRPr lang="en-US" dirty="0"/>
          </a:p>
          <a:p>
            <a:r>
              <a:rPr lang="en-US" dirty="0"/>
              <a:t>Secondo </a:t>
            </a:r>
            <a:r>
              <a:rPr lang="en-US" dirty="0" err="1"/>
              <a:t>elevamento</a:t>
            </a:r>
            <a:r>
              <a:rPr lang="en-US" dirty="0"/>
              <a:t> a 3D di </a:t>
            </a:r>
            <a:r>
              <a:rPr lang="en-US" dirty="0" err="1"/>
              <a:t>sequenza</a:t>
            </a:r>
            <a:r>
              <a:rPr lang="en-US" dirty="0"/>
              <a:t> di </a:t>
            </a:r>
            <a:r>
              <a:rPr lang="en-US" dirty="0" err="1"/>
              <a:t>posa</a:t>
            </a:r>
            <a:r>
              <a:rPr lang="en-US" dirty="0"/>
              <a:t> 2D.</a:t>
            </a:r>
          </a:p>
          <a:p>
            <a:endParaRPr lang="en-US" dirty="0"/>
          </a:p>
          <a:p>
            <a:r>
              <a:rPr lang="en-US" dirty="0"/>
              <a:t>Si veloce qui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0918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Prima Fase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Occupa</a:t>
            </a:r>
            <a:r>
              <a:rPr lang="en-GB" dirty="0"/>
              <a:t> di </a:t>
            </a:r>
            <a:r>
              <a:rPr lang="en-GB" dirty="0" err="1"/>
              <a:t>Estrarre</a:t>
            </a:r>
            <a:r>
              <a:rPr lang="en-GB" dirty="0"/>
              <a:t> la </a:t>
            </a:r>
            <a:r>
              <a:rPr lang="en-GB" dirty="0" err="1"/>
              <a:t>sequenza</a:t>
            </a:r>
            <a:r>
              <a:rPr lang="en-GB" dirty="0"/>
              <a:t> di pose 2D dal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63419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F98DA-1F5C-07AF-FD9E-7F0DA986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AE3AF-0DBD-7E22-83F8-8D531FD62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D41B3-86FE-B170-8300-434F7232B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Un modulo </a:t>
            </a:r>
            <a:r>
              <a:rPr lang="en-GB" dirty="0" err="1"/>
              <a:t>che</a:t>
            </a:r>
            <a:r>
              <a:rPr lang="en-GB" dirty="0"/>
              <a:t> Individua </a:t>
            </a:r>
            <a:r>
              <a:rPr lang="en-GB" dirty="0" err="1"/>
              <a:t>l’Atleta</a:t>
            </a:r>
            <a:r>
              <a:rPr lang="en-GB" dirty="0"/>
              <a:t> </a:t>
            </a:r>
            <a:r>
              <a:rPr lang="en-GB" dirty="0" err="1"/>
              <a:t>nella</a:t>
            </a:r>
            <a:r>
              <a:rPr lang="en-GB" dirty="0"/>
              <a:t> Scena, </a:t>
            </a:r>
            <a:r>
              <a:rPr lang="en-GB" dirty="0" err="1"/>
              <a:t>Ritaglia</a:t>
            </a:r>
            <a:r>
              <a:rPr lang="en-GB" dirty="0"/>
              <a:t> la </a:t>
            </a:r>
            <a:r>
              <a:rPr lang="en-GB" dirty="0" err="1"/>
              <a:t>sezione</a:t>
            </a:r>
            <a:r>
              <a:rPr lang="en-GB" dirty="0"/>
              <a:t> di frame del </a:t>
            </a:r>
            <a:r>
              <a:rPr lang="en-GB" dirty="0" err="1"/>
              <a:t>soggetto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E31C0-6C6E-945F-5289-432B97D60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451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2397-A5BF-7F2C-7BB0-A4D7E65DC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966F5-9A07-6DB9-2169-E776F8E5E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CF6C5-ED7A-8E95-61E9-1B7399D85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Questa </a:t>
            </a:r>
            <a:r>
              <a:rPr lang="en-GB" dirty="0" err="1"/>
              <a:t>sezione</a:t>
            </a:r>
            <a:r>
              <a:rPr lang="en-GB" dirty="0"/>
              <a:t> </a:t>
            </a:r>
            <a:r>
              <a:rPr lang="en-GB" dirty="0" err="1"/>
              <a:t>viene</a:t>
            </a:r>
            <a:r>
              <a:rPr lang="en-GB" dirty="0"/>
              <a:t> passata ad un Modulo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estrae</a:t>
            </a:r>
            <a:r>
              <a:rPr lang="en-GB" dirty="0"/>
              <a:t> Ie </a:t>
            </a:r>
            <a:r>
              <a:rPr lang="en-GB" dirty="0" err="1"/>
              <a:t>articolazioni</a:t>
            </a:r>
            <a:r>
              <a:rPr lang="en-GB" dirty="0"/>
              <a:t> </a:t>
            </a:r>
            <a:r>
              <a:rPr lang="en-GB" dirty="0" err="1"/>
              <a:t>nello</a:t>
            </a:r>
            <a:r>
              <a:rPr lang="en-GB" dirty="0"/>
              <a:t> </a:t>
            </a:r>
            <a:r>
              <a:rPr lang="en-GB" dirty="0" err="1"/>
              <a:t>spazio</a:t>
            </a:r>
            <a:r>
              <a:rPr lang="en-GB" dirty="0"/>
              <a:t> 2D </a:t>
            </a:r>
            <a:r>
              <a:rPr lang="en-GB" dirty="0" err="1"/>
              <a:t>dell’imagine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9C7FC-C66B-C8BF-C101-21249CD5D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46599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Brancher NN per 3D HPE di un </a:t>
            </a:r>
            <a:r>
              <a:rPr lang="en-GB" dirty="0" err="1"/>
              <a:t>singolo</a:t>
            </a:r>
            <a:r>
              <a:rPr lang="en-GB" dirty="0"/>
              <a:t> </a:t>
            </a:r>
            <a:r>
              <a:rPr lang="en-GB" dirty="0" err="1"/>
              <a:t>atleta</a:t>
            </a:r>
            <a:r>
              <a:rPr lang="en-GB" dirty="0"/>
              <a:t> e vista </a:t>
            </a:r>
            <a:r>
              <a:rPr lang="en-GB" dirty="0" err="1"/>
              <a:t>monoculare</a:t>
            </a:r>
            <a:r>
              <a:rPr lang="en-GB" dirty="0"/>
              <a:t> </a:t>
            </a:r>
            <a:r>
              <a:rPr lang="en-GB" dirty="0" err="1"/>
              <a:t>aerea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Modellazione</a:t>
            </a:r>
            <a:r>
              <a:rPr lang="en-GB" dirty="0"/>
              <a:t> </a:t>
            </a:r>
            <a:r>
              <a:rPr lang="en-GB" dirty="0" err="1"/>
              <a:t>Spazio-Temporale</a:t>
            </a:r>
            <a:r>
              <a:rPr lang="en-GB" dirty="0"/>
              <a:t> del </a:t>
            </a:r>
            <a:r>
              <a:rPr lang="en-GB" dirty="0" err="1"/>
              <a:t>movimento</a:t>
            </a:r>
            <a:r>
              <a:rPr lang="en-GB" dirty="0"/>
              <a:t> </a:t>
            </a:r>
            <a:r>
              <a:rPr lang="en-GB" dirty="0" err="1"/>
              <a:t>atletico</a:t>
            </a:r>
            <a:r>
              <a:rPr lang="en-GB" dirty="0"/>
              <a:t>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Design multi-</a:t>
            </a:r>
            <a:r>
              <a:rPr lang="en-GB" dirty="0" err="1"/>
              <a:t>ramo</a:t>
            </a:r>
            <a:r>
              <a:rPr lang="en-GB" dirty="0"/>
              <a:t> per </a:t>
            </a:r>
            <a:r>
              <a:rPr lang="en-GB" dirty="0" err="1"/>
              <a:t>ottimizzare</a:t>
            </a:r>
            <a:r>
              <a:rPr lang="en-GB" dirty="0"/>
              <a:t> </a:t>
            </a:r>
            <a:r>
              <a:rPr lang="en-GB" dirty="0" err="1"/>
              <a:t>aspetti</a:t>
            </a:r>
            <a:r>
              <a:rPr lang="en-GB" dirty="0"/>
              <a:t> </a:t>
            </a:r>
            <a:r>
              <a:rPr lang="en-GB" dirty="0" err="1"/>
              <a:t>complementari</a:t>
            </a:r>
            <a:r>
              <a:rPr lang="en-GB" dirty="0"/>
              <a:t> </a:t>
            </a:r>
            <a:r>
              <a:rPr lang="en-GB" dirty="0" err="1"/>
              <a:t>nella</a:t>
            </a:r>
            <a:r>
              <a:rPr lang="en-GB" dirty="0"/>
              <a:t> </a:t>
            </a:r>
            <a:r>
              <a:rPr lang="en-GB" dirty="0" err="1"/>
              <a:t>ricostruzione</a:t>
            </a:r>
            <a:r>
              <a:rPr lang="en-GB" dirty="0"/>
              <a:t> del </a:t>
            </a:r>
            <a:r>
              <a:rPr lang="en-GB" dirty="0" err="1"/>
              <a:t>movimento</a:t>
            </a:r>
            <a:r>
              <a:rPr lang="en-GB" dirty="0"/>
              <a:t> 3d </a:t>
            </a:r>
            <a:r>
              <a:rPr lang="en-GB" dirty="0" err="1"/>
              <a:t>dalle</a:t>
            </a:r>
            <a:r>
              <a:rPr lang="en-GB" dirty="0"/>
              <a:t> </a:t>
            </a:r>
            <a:r>
              <a:rPr lang="en-GB" dirty="0" err="1"/>
              <a:t>difficili</a:t>
            </a:r>
            <a:r>
              <a:rPr lang="en-GB" dirty="0"/>
              <a:t> </a:t>
            </a:r>
            <a:r>
              <a:rPr lang="en-GB" dirty="0" err="1"/>
              <a:t>riprese</a:t>
            </a:r>
            <a:r>
              <a:rPr lang="en-GB" dirty="0"/>
              <a:t> </a:t>
            </a:r>
            <a:r>
              <a:rPr lang="en-GB" dirty="0" err="1"/>
              <a:t>aeree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4 output, ma ci </a:t>
            </a:r>
            <a:r>
              <a:rPr lang="en-GB" dirty="0" err="1"/>
              <a:t>interessa</a:t>
            </a:r>
            <a:r>
              <a:rPr lang="en-GB" dirty="0"/>
              <a:t> solo il primo, </a:t>
            </a:r>
            <a:r>
              <a:rPr lang="en-GB" dirty="0" err="1"/>
              <a:t>gli</a:t>
            </a:r>
            <a:r>
              <a:rPr lang="en-GB" dirty="0"/>
              <a:t> </a:t>
            </a:r>
            <a:r>
              <a:rPr lang="en-GB" dirty="0" err="1"/>
              <a:t>altri</a:t>
            </a:r>
            <a:r>
              <a:rPr lang="en-GB" dirty="0"/>
              <a:t> </a:t>
            </a:r>
            <a:r>
              <a:rPr lang="en-GB" dirty="0" err="1"/>
              <a:t>migliorano</a:t>
            </a:r>
            <a:r>
              <a:rPr lang="en-GB" dirty="0"/>
              <a:t> </a:t>
            </a:r>
            <a:r>
              <a:rPr lang="en-GB" dirty="0" err="1"/>
              <a:t>indirettamente</a:t>
            </a:r>
            <a:r>
              <a:rPr lang="en-GB" dirty="0"/>
              <a:t> il primo.</a:t>
            </a:r>
          </a:p>
          <a:p>
            <a:endParaRPr lang="en-GB" dirty="0"/>
          </a:p>
          <a:p>
            <a:r>
              <a:rPr lang="en-GB" dirty="0" err="1"/>
              <a:t>Modello</a:t>
            </a:r>
            <a:r>
              <a:rPr lang="en-GB" dirty="0"/>
              <a:t> auto-</a:t>
            </a:r>
            <a:r>
              <a:rPr lang="en-GB" dirty="0" err="1"/>
              <a:t>supervisionato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97612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Dopo aver </a:t>
            </a:r>
            <a:r>
              <a:rPr lang="en-GB" dirty="0" err="1"/>
              <a:t>proiettato</a:t>
            </a:r>
            <a:r>
              <a:rPr lang="en-GB" dirty="0"/>
              <a:t> la </a:t>
            </a:r>
            <a:r>
              <a:rPr lang="en-GB" dirty="0" err="1"/>
              <a:t>sequenza</a:t>
            </a:r>
            <a:r>
              <a:rPr lang="en-GB" dirty="0"/>
              <a:t> 2d in uno </a:t>
            </a:r>
            <a:r>
              <a:rPr lang="en-GB" dirty="0" err="1"/>
              <a:t>spazio</a:t>
            </a:r>
            <a:r>
              <a:rPr lang="en-GB" dirty="0"/>
              <a:t> </a:t>
            </a:r>
            <a:r>
              <a:rPr lang="en-GB" dirty="0" err="1"/>
              <a:t>latente</a:t>
            </a:r>
            <a:r>
              <a:rPr lang="en-GB" dirty="0"/>
              <a:t> D</a:t>
            </a:r>
          </a:p>
          <a:p>
            <a:endParaRPr lang="en-GB" dirty="0"/>
          </a:p>
          <a:p>
            <a:r>
              <a:rPr lang="en-GB" dirty="0"/>
              <a:t>Con due </a:t>
            </a:r>
            <a:r>
              <a:rPr lang="en-GB" dirty="0" err="1"/>
              <a:t>meccanismi</a:t>
            </a:r>
            <a:r>
              <a:rPr lang="en-GB" dirty="0"/>
              <a:t> </a:t>
            </a:r>
            <a:r>
              <a:rPr lang="en-GB" dirty="0" err="1"/>
              <a:t>complementari</a:t>
            </a:r>
            <a:r>
              <a:rPr lang="en-GB" dirty="0"/>
              <a:t>:</a:t>
            </a:r>
          </a:p>
          <a:p>
            <a:r>
              <a:rPr lang="en-GB" dirty="0"/>
              <a:t>Multi-Head Self Attention</a:t>
            </a:r>
          </a:p>
          <a:p>
            <a:r>
              <a:rPr lang="en-GB" dirty="0"/>
              <a:t>Graph Convolutional Networks</a:t>
            </a:r>
          </a:p>
          <a:p>
            <a:endParaRPr lang="en-GB" dirty="0"/>
          </a:p>
          <a:p>
            <a:r>
              <a:rPr lang="en-GB" dirty="0" err="1"/>
              <a:t>Elabora</a:t>
            </a:r>
            <a:r>
              <a:rPr lang="en-GB" dirty="0"/>
              <a:t> </a:t>
            </a:r>
            <a:r>
              <a:rPr lang="en-GB" dirty="0" err="1"/>
              <a:t>spazio-temporalmente</a:t>
            </a:r>
            <a:r>
              <a:rPr lang="en-GB" dirty="0"/>
              <a:t> le </a:t>
            </a:r>
            <a:r>
              <a:rPr lang="en-GB" dirty="0" err="1"/>
              <a:t>informazione</a:t>
            </a:r>
            <a:r>
              <a:rPr lang="en-GB" dirty="0"/>
              <a:t> del </a:t>
            </a:r>
            <a:r>
              <a:rPr lang="en-GB" dirty="0" err="1"/>
              <a:t>movimento</a:t>
            </a:r>
            <a:r>
              <a:rPr lang="en-GB" dirty="0"/>
              <a:t> </a:t>
            </a:r>
            <a:r>
              <a:rPr lang="en-GB" dirty="0" err="1"/>
              <a:t>atletico</a:t>
            </a:r>
            <a:r>
              <a:rPr lang="en-GB" dirty="0"/>
              <a:t> con </a:t>
            </a:r>
            <a:r>
              <a:rPr lang="en-GB" dirty="0" err="1"/>
              <a:t>dipendenze</a:t>
            </a:r>
            <a:r>
              <a:rPr lang="en-GB" dirty="0"/>
              <a:t> </a:t>
            </a:r>
            <a:r>
              <a:rPr lang="en-GB" dirty="0" err="1"/>
              <a:t>sia</a:t>
            </a:r>
            <a:r>
              <a:rPr lang="en-GB" dirty="0"/>
              <a:t> </a:t>
            </a:r>
            <a:r>
              <a:rPr lang="en-GB" dirty="0" err="1"/>
              <a:t>globali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locali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67102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Regressione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punti</a:t>
            </a:r>
            <a:r>
              <a:rPr lang="en-US" dirty="0"/>
              <a:t> 3D </a:t>
            </a:r>
            <a:r>
              <a:rPr lang="en-US" dirty="0" err="1"/>
              <a:t>corrispondenti</a:t>
            </a:r>
            <a:r>
              <a:rPr lang="en-US" dirty="0"/>
              <a:t> alle </a:t>
            </a:r>
            <a:r>
              <a:rPr lang="en-US" dirty="0" err="1"/>
              <a:t>articolazioni</a:t>
            </a:r>
            <a:r>
              <a:rPr lang="en-US" dirty="0"/>
              <a:t> </a:t>
            </a:r>
            <a:r>
              <a:rPr lang="en-US" dirty="0" err="1"/>
              <a:t>umane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86583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10DFB-3145-E1F9-8308-9908DB05B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953B1-1CAB-3CF6-314B-4721E4E14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6F347-0D12-09DF-7E8B-174F6ECA0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MPJPE, </a:t>
            </a:r>
            <a:r>
              <a:rPr lang="en-US" dirty="0" err="1"/>
              <a:t>ripeti</a:t>
            </a:r>
            <a:r>
              <a:rPr lang="en-US" dirty="0"/>
              <a:t> a voce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Variazione</a:t>
            </a:r>
            <a:r>
              <a:rPr lang="en-US" dirty="0"/>
              <a:t> </a:t>
            </a:r>
            <a:r>
              <a:rPr lang="en-US" dirty="0" err="1"/>
              <a:t>lunghezza</a:t>
            </a:r>
            <a:r>
              <a:rPr lang="en-US" dirty="0"/>
              <a:t> delle ossa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sequenza</a:t>
            </a:r>
            <a:r>
              <a:rPr lang="en-US" dirty="0"/>
              <a:t> video</a:t>
            </a:r>
          </a:p>
          <a:p>
            <a:endParaRPr lang="en-US" dirty="0"/>
          </a:p>
          <a:p>
            <a:r>
              <a:rPr lang="en-US" dirty="0" err="1"/>
              <a:t>Variazione</a:t>
            </a:r>
            <a:r>
              <a:rPr lang="en-US" dirty="0"/>
              <a:t> </a:t>
            </a:r>
            <a:r>
              <a:rPr lang="en-US" dirty="0" err="1"/>
              <a:t>repentina</a:t>
            </a:r>
            <a:r>
              <a:rPr lang="en-US" dirty="0"/>
              <a:t> </a:t>
            </a:r>
            <a:r>
              <a:rPr lang="en-US" dirty="0" err="1"/>
              <a:t>velocita</a:t>
            </a:r>
            <a:r>
              <a:rPr lang="en-US" dirty="0"/>
              <a:t>’ e </a:t>
            </a:r>
            <a:r>
              <a:rPr lang="en-US" dirty="0" err="1"/>
              <a:t>accelerazione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DDBCA-917D-38C6-F25A-807D6FD31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09547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 il </a:t>
            </a:r>
            <a:r>
              <a:rPr lang="en-US" dirty="0" err="1"/>
              <a:t>compito</a:t>
            </a:r>
            <a:r>
              <a:rPr lang="en-US" dirty="0"/>
              <a:t> di </a:t>
            </a:r>
            <a:r>
              <a:rPr lang="en-US" dirty="0" err="1"/>
              <a:t>predirre</a:t>
            </a:r>
            <a:r>
              <a:rPr lang="en-US" dirty="0"/>
              <a:t> le </a:t>
            </a:r>
            <a:r>
              <a:rPr lang="en-US" dirty="0" err="1"/>
              <a:t>rotazioni</a:t>
            </a:r>
            <a:r>
              <a:rPr lang="en-US" dirty="0"/>
              <a:t> degli arti </a:t>
            </a:r>
            <a:r>
              <a:rPr lang="en-US" dirty="0" err="1"/>
              <a:t>dell’atleta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lo </a:t>
            </a:r>
            <a:r>
              <a:rPr lang="en-US" dirty="0" err="1"/>
              <a:t>riportano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posa</a:t>
            </a:r>
            <a:r>
              <a:rPr lang="en-US" dirty="0"/>
              <a:t> Corrente ad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generica</a:t>
            </a:r>
            <a:r>
              <a:rPr lang="en-US" dirty="0"/>
              <a:t> </a:t>
            </a:r>
            <a:r>
              <a:rPr lang="en-US" dirty="0" err="1"/>
              <a:t>Tpose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Studi </a:t>
            </a:r>
            <a:r>
              <a:rPr lang="en-US" dirty="0" err="1"/>
              <a:t>empirici</a:t>
            </a:r>
            <a:r>
              <a:rPr lang="en-US" dirty="0"/>
              <a:t> </a:t>
            </a:r>
            <a:r>
              <a:rPr lang="en-US" dirty="0" err="1"/>
              <a:t>dimostrato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permettendo</a:t>
            </a:r>
            <a:r>
              <a:rPr lang="en-US" dirty="0"/>
              <a:t> </a:t>
            </a:r>
            <a:r>
              <a:rPr lang="en-US" dirty="0" err="1"/>
              <a:t>spazio</a:t>
            </a:r>
            <a:r>
              <a:rPr lang="en-US" dirty="0"/>
              <a:t> latent di </a:t>
            </a:r>
            <a:r>
              <a:rPr lang="en-US" dirty="0" err="1"/>
              <a:t>apprendere</a:t>
            </a:r>
            <a:r>
              <a:rPr lang="en-US" dirty="0"/>
              <a:t> </a:t>
            </a:r>
            <a:r>
              <a:rPr lang="en-US" dirty="0" err="1"/>
              <a:t>informazioni</a:t>
            </a:r>
            <a:r>
              <a:rPr lang="en-US" dirty="0"/>
              <a:t> </a:t>
            </a:r>
            <a:r>
              <a:rPr lang="en-US" dirty="0" err="1"/>
              <a:t>riguardo</a:t>
            </a:r>
            <a:r>
              <a:rPr lang="en-US" dirty="0"/>
              <a:t> la </a:t>
            </a:r>
            <a:r>
              <a:rPr lang="en-US" dirty="0" err="1"/>
              <a:t>rotazione</a:t>
            </a:r>
            <a:r>
              <a:rPr lang="en-US" dirty="0"/>
              <a:t> degli arti </a:t>
            </a:r>
            <a:r>
              <a:rPr lang="en-US" dirty="0" err="1"/>
              <a:t>migliora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la </a:t>
            </a:r>
            <a:r>
              <a:rPr lang="en-US" dirty="0" err="1"/>
              <a:t>posa</a:t>
            </a:r>
            <a:r>
              <a:rPr lang="en-US" dirty="0"/>
              <a:t> 3D.</a:t>
            </a:r>
          </a:p>
          <a:p>
            <a:endParaRPr lang="en-US" dirty="0"/>
          </a:p>
          <a:p>
            <a:r>
              <a:rPr lang="en-US" dirty="0" err="1"/>
              <a:t>Dunque</a:t>
            </a:r>
            <a:r>
              <a:rPr lang="en-US" dirty="0"/>
              <a:t> per </a:t>
            </a:r>
            <a:r>
              <a:rPr lang="en-US" dirty="0" err="1"/>
              <a:t>predirre</a:t>
            </a:r>
            <a:r>
              <a:rPr lang="en-US" dirty="0"/>
              <a:t> le </a:t>
            </a:r>
            <a:r>
              <a:rPr lang="en-US" dirty="0" err="1"/>
              <a:t>rotazioni</a:t>
            </a:r>
            <a:r>
              <a:rPr lang="en-US" dirty="0"/>
              <a:t>, il </a:t>
            </a:r>
            <a:r>
              <a:rPr lang="en-US" dirty="0" err="1"/>
              <a:t>ramo</a:t>
            </a:r>
            <a:r>
              <a:rPr lang="en-US" dirty="0"/>
              <a:t> </a:t>
            </a:r>
            <a:r>
              <a:rPr lang="en-US" dirty="0" err="1"/>
              <a:t>utilizza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rappresentazione</a:t>
            </a:r>
            <a:r>
              <a:rPr lang="en-US" dirty="0"/>
              <a:t> a 6D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poi </a:t>
            </a:r>
            <a:r>
              <a:rPr lang="en-US" dirty="0" err="1"/>
              <a:t>trasformata</a:t>
            </a:r>
            <a:r>
              <a:rPr lang="en-US" dirty="0"/>
              <a:t>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 di </a:t>
            </a:r>
            <a:r>
              <a:rPr lang="en-US" dirty="0" err="1"/>
              <a:t>rotazione</a:t>
            </a:r>
            <a:r>
              <a:rPr lang="en-US" dirty="0"/>
              <a:t> dal </a:t>
            </a:r>
            <a:r>
              <a:rPr lang="en-US" dirty="0" err="1"/>
              <a:t>metodo</a:t>
            </a:r>
            <a:r>
              <a:rPr lang="en-US" dirty="0"/>
              <a:t> di </a:t>
            </a:r>
            <a:r>
              <a:rPr lang="en-US" dirty="0" err="1"/>
              <a:t>ortonormalizzazione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36388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</a:t>
            </a:r>
            <a:r>
              <a:rPr lang="en-US" dirty="0" err="1"/>
              <a:t>segnale</a:t>
            </a:r>
            <a:r>
              <a:rPr lang="en-US" dirty="0"/>
              <a:t> di supervision, </a:t>
            </a:r>
            <a:r>
              <a:rPr lang="en-US" dirty="0" err="1"/>
              <a:t>prendiamo</a:t>
            </a:r>
            <a:r>
              <a:rPr lang="en-US" dirty="0"/>
              <a:t> </a:t>
            </a:r>
            <a:r>
              <a:rPr lang="en-US" dirty="0" err="1"/>
              <a:t>l’output</a:t>
            </a:r>
            <a:r>
              <a:rPr lang="en-US" dirty="0"/>
              <a:t> della </a:t>
            </a:r>
            <a:r>
              <a:rPr lang="en-US" dirty="0" err="1"/>
              <a:t>posa</a:t>
            </a:r>
            <a:r>
              <a:rPr lang="en-US" dirty="0"/>
              <a:t> 3D </a:t>
            </a:r>
            <a:r>
              <a:rPr lang="en-US" dirty="0" err="1"/>
              <a:t>dell’atlteta</a:t>
            </a:r>
            <a:r>
              <a:rPr lang="en-US" dirty="0"/>
              <a:t> dal </a:t>
            </a:r>
            <a:r>
              <a:rPr lang="en-US" dirty="0" err="1"/>
              <a:t>precedente</a:t>
            </a:r>
            <a:r>
              <a:rPr lang="en-US" dirty="0"/>
              <a:t> </a:t>
            </a:r>
            <a:r>
              <a:rPr lang="en-US" dirty="0" err="1"/>
              <a:t>ramo</a:t>
            </a:r>
            <a:r>
              <a:rPr lang="en-US" dirty="0"/>
              <a:t> e Andiamo a </a:t>
            </a:r>
            <a:r>
              <a:rPr lang="en-US" dirty="0" err="1"/>
              <a:t>calcolare</a:t>
            </a:r>
            <a:r>
              <a:rPr lang="en-US" dirty="0"/>
              <a:t> per ogni </a:t>
            </a:r>
            <a:r>
              <a:rPr lang="en-US" dirty="0" err="1"/>
              <a:t>arto</a:t>
            </a:r>
            <a:r>
              <a:rPr lang="en-US" dirty="0"/>
              <a:t> la </a:t>
            </a:r>
            <a:r>
              <a:rPr lang="en-US" dirty="0" err="1"/>
              <a:t>matrice</a:t>
            </a:r>
            <a:r>
              <a:rPr lang="en-US" dirty="0"/>
              <a:t> di </a:t>
            </a:r>
            <a:r>
              <a:rPr lang="en-US" dirty="0" err="1"/>
              <a:t>rotazione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lo </a:t>
            </a:r>
            <a:r>
              <a:rPr lang="en-US" dirty="0" err="1"/>
              <a:t>allinea</a:t>
            </a:r>
            <a:r>
              <a:rPr lang="en-US" dirty="0"/>
              <a:t> a </a:t>
            </a:r>
            <a:r>
              <a:rPr lang="en-US" dirty="0" err="1"/>
              <a:t>quello</a:t>
            </a:r>
            <a:r>
              <a:rPr lang="en-US" dirty="0"/>
              <a:t> della </a:t>
            </a:r>
            <a:r>
              <a:rPr lang="en-US" dirty="0" err="1"/>
              <a:t>generica</a:t>
            </a:r>
            <a:r>
              <a:rPr lang="en-US" dirty="0"/>
              <a:t> T-Pose.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Infine</a:t>
            </a:r>
            <a:r>
              <a:rPr lang="en-US" dirty="0"/>
              <a:t>, con la </a:t>
            </a:r>
            <a:r>
              <a:rPr lang="en-US" dirty="0" err="1"/>
              <a:t>Geodeisca</a:t>
            </a:r>
            <a:r>
              <a:rPr lang="en-US" dirty="0"/>
              <a:t> Andiamo a </a:t>
            </a:r>
            <a:r>
              <a:rPr lang="en-US" dirty="0" err="1"/>
              <a:t>calcolare</a:t>
            </a:r>
            <a:r>
              <a:rPr lang="en-US" dirty="0"/>
              <a:t> in maniera auto-</a:t>
            </a:r>
            <a:r>
              <a:rPr lang="en-US" dirty="0" err="1"/>
              <a:t>supervisionata</a:t>
            </a:r>
            <a:r>
              <a:rPr lang="en-US" dirty="0"/>
              <a:t> le </a:t>
            </a:r>
            <a:r>
              <a:rPr lang="en-US" dirty="0" err="1"/>
              <a:t>differenze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le </a:t>
            </a:r>
            <a:r>
              <a:rPr lang="en-US" dirty="0" err="1"/>
              <a:t>matrici</a:t>
            </a:r>
            <a:r>
              <a:rPr lang="en-US" dirty="0"/>
              <a:t> di </a:t>
            </a:r>
            <a:r>
              <a:rPr lang="en-US" dirty="0" err="1"/>
              <a:t>rotazione</a:t>
            </a:r>
            <a:r>
              <a:rPr lang="en-US" dirty="0"/>
              <a:t> </a:t>
            </a:r>
            <a:r>
              <a:rPr lang="en-US" dirty="0" err="1"/>
              <a:t>predette</a:t>
            </a:r>
            <a:r>
              <a:rPr lang="en-US" dirty="0"/>
              <a:t> e quelle </a:t>
            </a:r>
            <a:r>
              <a:rPr lang="en-US" dirty="0" err="1"/>
              <a:t>calcolate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7755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Come </a:t>
            </a:r>
            <a:r>
              <a:rPr lang="en-GB" dirty="0" err="1"/>
              <a:t>gia</a:t>
            </a:r>
            <a:r>
              <a:rPr lang="en-GB" dirty="0"/>
              <a:t>’ citato </a:t>
            </a:r>
            <a:r>
              <a:rPr lang="en-GB" dirty="0" err="1"/>
              <a:t>Occlusione</a:t>
            </a:r>
            <a:r>
              <a:rPr lang="en-GB" dirty="0"/>
              <a:t> e </a:t>
            </a:r>
            <a:r>
              <a:rPr lang="en-GB" dirty="0" err="1"/>
              <a:t>Visibilita</a:t>
            </a:r>
            <a:r>
              <a:rPr lang="en-GB" dirty="0"/>
              <a:t>’ Parziale degli arti </a:t>
            </a:r>
            <a:r>
              <a:rPr lang="en-GB" dirty="0" err="1"/>
              <a:t>dell’atleta</a:t>
            </a:r>
            <a:r>
              <a:rPr lang="en-GB" dirty="0"/>
              <a:t>, in </a:t>
            </a:r>
            <a:r>
              <a:rPr lang="en-GB" dirty="0" err="1"/>
              <a:t>viste</a:t>
            </a:r>
            <a:r>
              <a:rPr lang="en-GB" dirty="0"/>
              <a:t> </a:t>
            </a:r>
            <a:r>
              <a:rPr lang="en-GB" dirty="0" err="1"/>
              <a:t>aeree</a:t>
            </a:r>
            <a:r>
              <a:rPr lang="en-GB" dirty="0"/>
              <a:t> </a:t>
            </a:r>
            <a:r>
              <a:rPr lang="en-GB" dirty="0" err="1"/>
              <a:t>sono</a:t>
            </a:r>
            <a:r>
              <a:rPr lang="en-GB" dirty="0"/>
              <a:t> </a:t>
            </a:r>
            <a:r>
              <a:rPr lang="en-GB" dirty="0" err="1"/>
              <a:t>problemi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Per far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il </a:t>
            </a:r>
            <a:r>
              <a:rPr lang="en-GB" dirty="0" err="1"/>
              <a:t>modello</a:t>
            </a:r>
            <a:r>
              <a:rPr lang="en-GB" dirty="0"/>
              <a:t> </a:t>
            </a:r>
            <a:r>
              <a:rPr lang="en-GB" dirty="0" err="1"/>
              <a:t>sia</a:t>
            </a:r>
            <a:r>
              <a:rPr lang="en-GB" dirty="0"/>
              <a:t> </a:t>
            </a:r>
            <a:r>
              <a:rPr lang="en-GB" dirty="0" err="1"/>
              <a:t>robusto</a:t>
            </a:r>
            <a:r>
              <a:rPr lang="en-GB" dirty="0"/>
              <a:t> a </a:t>
            </a:r>
            <a:r>
              <a:rPr lang="en-GB" dirty="0" err="1"/>
              <a:t>tutto</a:t>
            </a:r>
            <a:r>
              <a:rPr lang="en-GB" dirty="0"/>
              <a:t> </a:t>
            </a:r>
            <a:r>
              <a:rPr lang="en-GB" dirty="0" err="1"/>
              <a:t>cio</a:t>
            </a:r>
            <a:r>
              <a:rPr lang="en-GB" dirty="0"/>
              <a:t>’ e </a:t>
            </a:r>
            <a:r>
              <a:rPr lang="en-GB" dirty="0" err="1"/>
              <a:t>tenga</a:t>
            </a:r>
            <a:r>
              <a:rPr lang="en-GB" dirty="0"/>
              <a:t> </a:t>
            </a:r>
            <a:r>
              <a:rPr lang="en-GB" dirty="0" err="1"/>
              <a:t>conto</a:t>
            </a:r>
            <a:r>
              <a:rPr lang="en-GB" dirty="0"/>
              <a:t> </a:t>
            </a:r>
            <a:r>
              <a:rPr lang="en-GB" dirty="0" err="1"/>
              <a:t>dell’incertezza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</a:t>
            </a:r>
            <a:r>
              <a:rPr lang="en-GB" dirty="0" err="1"/>
              <a:t>dati</a:t>
            </a:r>
            <a:r>
              <a:rPr lang="en-GB" dirty="0"/>
              <a:t> in input da </a:t>
            </a:r>
            <a:r>
              <a:rPr lang="en-GB" dirty="0" err="1"/>
              <a:t>fase</a:t>
            </a:r>
            <a:r>
              <a:rPr lang="en-GB" dirty="0"/>
              <a:t> </a:t>
            </a:r>
            <a:r>
              <a:rPr lang="en-GB" dirty="0" err="1"/>
              <a:t>precedente</a:t>
            </a:r>
            <a:r>
              <a:rPr lang="en-GB" dirty="0"/>
              <a:t>, e’ </a:t>
            </a:r>
            <a:r>
              <a:rPr lang="en-GB" dirty="0" err="1"/>
              <a:t>necessario</a:t>
            </a:r>
            <a:r>
              <a:rPr lang="en-GB" dirty="0"/>
              <a:t> </a:t>
            </a:r>
            <a:r>
              <a:rPr lang="en-GB" dirty="0" err="1"/>
              <a:t>modellare</a:t>
            </a:r>
            <a:r>
              <a:rPr lang="en-GB" dirty="0"/>
              <a:t> </a:t>
            </a:r>
            <a:r>
              <a:rPr lang="en-GB" dirty="0" err="1"/>
              <a:t>Incertezza</a:t>
            </a:r>
            <a:r>
              <a:rPr lang="en-GB" dirty="0"/>
              <a:t> </a:t>
            </a:r>
            <a:r>
              <a:rPr lang="en-GB" dirty="0" err="1"/>
              <a:t>Eteroschedastica</a:t>
            </a:r>
            <a:r>
              <a:rPr lang="en-GB" dirty="0"/>
              <a:t> di </a:t>
            </a:r>
            <a:r>
              <a:rPr lang="en-GB" dirty="0" err="1"/>
              <a:t>questi</a:t>
            </a:r>
            <a:r>
              <a:rPr lang="en-GB" dirty="0"/>
              <a:t>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49261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7AB89-E11C-50E2-50F2-9759B115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4154B-A8CB-FF1A-E617-5A86C4220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56D30-D59E-CBE6-D907-C3C61D856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fare cio’ va a predirre una hm per ogni articolazione, il che corrisponde ad una distribuzione di probabilita’ sull’immagine riguardo la presenza dei giunti umani, abbinata ad una varianza per modellare l’incertezza.</a:t>
            </a:r>
          </a:p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36E83-72F7-C486-F8CB-4C064DAFC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39451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6670-B625-748E-72AB-3AB96C461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0B215-F00D-DD0F-264A-E1800AAF6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17EC3-D16C-0F96-138D-E7FCBABA2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Possiamo</a:t>
            </a:r>
            <a:r>
              <a:rPr lang="en-GB" dirty="0"/>
              <a:t> </a:t>
            </a:r>
            <a:r>
              <a:rPr lang="en-GB" dirty="0" err="1"/>
              <a:t>dunque</a:t>
            </a:r>
            <a:r>
              <a:rPr lang="en-GB" dirty="0"/>
              <a:t> </a:t>
            </a:r>
            <a:r>
              <a:rPr lang="en-GB" dirty="0" err="1"/>
              <a:t>estrarre</a:t>
            </a:r>
            <a:r>
              <a:rPr lang="en-GB" dirty="0"/>
              <a:t> </a:t>
            </a:r>
            <a:r>
              <a:rPr lang="en-GB" dirty="0" err="1"/>
              <a:t>posizione</a:t>
            </a:r>
            <a:r>
              <a:rPr lang="en-GB" dirty="0"/>
              <a:t> </a:t>
            </a:r>
            <a:r>
              <a:rPr lang="en-GB" dirty="0" err="1"/>
              <a:t>articolazioni</a:t>
            </a:r>
            <a:r>
              <a:rPr lang="en-GB"/>
              <a:t> </a:t>
            </a:r>
            <a:r>
              <a:rPr lang="en-GB" dirty="0" err="1"/>
              <a:t>sulla</a:t>
            </a:r>
            <a:r>
              <a:rPr lang="en-GB" dirty="0"/>
              <a:t> scena</a:t>
            </a:r>
            <a:r>
              <a:rPr lang="en-GB"/>
              <a:t> 2D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9965B-D916-2762-5343-757247041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10129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AE653-1B08-43B1-09B7-4ABA13740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C8D23-7925-880A-0AAD-FF4655571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F4C9C-90A2-96B0-5250-A51C11EE6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Utilizzando</a:t>
            </a:r>
            <a:r>
              <a:rPr lang="en-GB" dirty="0"/>
              <a:t> I </a:t>
            </a:r>
            <a:r>
              <a:rPr lang="en-GB" dirty="0" err="1"/>
              <a:t>risultati</a:t>
            </a:r>
            <a:r>
              <a:rPr lang="en-GB" dirty="0"/>
              <a:t> </a:t>
            </a:r>
            <a:r>
              <a:rPr lang="en-GB" dirty="0" err="1"/>
              <a:t>provenienti</a:t>
            </a:r>
            <a:r>
              <a:rPr lang="en-GB" dirty="0"/>
              <a:t> </a:t>
            </a:r>
            <a:r>
              <a:rPr lang="en-GB" dirty="0" err="1"/>
              <a:t>dalla</a:t>
            </a:r>
            <a:r>
              <a:rPr lang="en-GB" dirty="0"/>
              <a:t> prima </a:t>
            </a:r>
            <a:r>
              <a:rPr lang="en-GB" dirty="0" err="1"/>
              <a:t>fase</a:t>
            </a:r>
            <a:r>
              <a:rPr lang="en-GB" dirty="0"/>
              <a:t> della pipeline, </a:t>
            </a:r>
            <a:r>
              <a:rPr lang="en-GB" dirty="0" err="1"/>
              <a:t>possiamo</a:t>
            </a:r>
            <a:r>
              <a:rPr lang="en-GB" dirty="0"/>
              <a:t> far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il </a:t>
            </a:r>
            <a:r>
              <a:rPr lang="en-GB" dirty="0" err="1"/>
              <a:t>modello</a:t>
            </a:r>
            <a:r>
              <a:rPr lang="en-GB" dirty="0"/>
              <a:t> </a:t>
            </a:r>
            <a:r>
              <a:rPr lang="en-GB" dirty="0" err="1"/>
              <a:t>impari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certe</a:t>
            </a:r>
            <a:r>
              <a:rPr lang="en-GB" dirty="0"/>
              <a:t> </a:t>
            </a:r>
            <a:r>
              <a:rPr lang="en-GB" dirty="0" err="1"/>
              <a:t>articolazioni</a:t>
            </a:r>
            <a:r>
              <a:rPr lang="en-GB" dirty="0"/>
              <a:t> in input </a:t>
            </a:r>
            <a:r>
              <a:rPr lang="en-GB" dirty="0" err="1"/>
              <a:t>hanno</a:t>
            </a:r>
            <a:r>
              <a:rPr lang="en-GB" dirty="0"/>
              <a:t> in generale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variabilita</a:t>
            </a:r>
            <a:r>
              <a:rPr lang="en-GB" dirty="0"/>
              <a:t>’ Maggiore di </a:t>
            </a:r>
            <a:r>
              <a:rPr lang="en-GB" dirty="0" err="1"/>
              <a:t>altri</a:t>
            </a:r>
            <a:r>
              <a:rPr lang="en-GB" dirty="0"/>
              <a:t>, al fine da </a:t>
            </a:r>
            <a:r>
              <a:rPr lang="en-GB" dirty="0" err="1"/>
              <a:t>avere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ricostruzione</a:t>
            </a:r>
            <a:r>
              <a:rPr lang="en-GB" dirty="0"/>
              <a:t> piu’ </a:t>
            </a:r>
            <a:r>
              <a:rPr lang="en-GB" dirty="0" err="1"/>
              <a:t>fluida</a:t>
            </a:r>
            <a:r>
              <a:rPr lang="en-GB" dirty="0"/>
              <a:t> del </a:t>
            </a:r>
            <a:r>
              <a:rPr lang="en-GB" dirty="0" err="1"/>
              <a:t>movimento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65F83-4F39-F2D5-D0F3-64B727584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26862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Abbiamo</a:t>
            </a:r>
            <a:r>
              <a:rPr lang="en-US" dirty="0"/>
              <a:t> </a:t>
            </a:r>
            <a:r>
              <a:rPr lang="en-US" dirty="0" err="1"/>
              <a:t>suddiviso</a:t>
            </a:r>
            <a:r>
              <a:rPr lang="en-US" dirty="0"/>
              <a:t> </a:t>
            </a:r>
            <a:r>
              <a:rPr lang="en-US" dirty="0" err="1"/>
              <a:t>l’addestramento</a:t>
            </a:r>
            <a:r>
              <a:rPr lang="en-US" dirty="0"/>
              <a:t> della rete in due </a:t>
            </a:r>
            <a:r>
              <a:rPr lang="en-US" dirty="0" err="1"/>
              <a:t>fasi</a:t>
            </a:r>
            <a:r>
              <a:rPr lang="en-US" dirty="0"/>
              <a:t>: </a:t>
            </a:r>
            <a:r>
              <a:rPr lang="en-US" dirty="0" err="1"/>
              <a:t>Supervisionata</a:t>
            </a:r>
            <a:r>
              <a:rPr lang="en-US" dirty="0"/>
              <a:t> e </a:t>
            </a:r>
            <a:r>
              <a:rPr lang="en-US" dirty="0" err="1"/>
              <a:t>Puramente</a:t>
            </a:r>
            <a:r>
              <a:rPr lang="en-US" dirty="0"/>
              <a:t> Auto-</a:t>
            </a:r>
            <a:r>
              <a:rPr lang="en-US" dirty="0" err="1"/>
              <a:t>Supervisionata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Inoltre</a:t>
            </a:r>
            <a:r>
              <a:rPr lang="en-US" dirty="0"/>
              <a:t> per </a:t>
            </a:r>
            <a:r>
              <a:rPr lang="en-US" dirty="0" err="1"/>
              <a:t>bilanciare</a:t>
            </a:r>
            <a:r>
              <a:rPr lang="en-US" dirty="0"/>
              <a:t> tutte le </a:t>
            </a:r>
            <a:r>
              <a:rPr lang="en-US" dirty="0" err="1"/>
              <a:t>funzioni</a:t>
            </a:r>
            <a:r>
              <a:rPr lang="en-US" dirty="0"/>
              <a:t> </a:t>
            </a:r>
            <a:r>
              <a:rPr lang="en-US" dirty="0" err="1"/>
              <a:t>elencate</a:t>
            </a:r>
            <a:r>
              <a:rPr lang="en-US" dirty="0"/>
              <a:t> molto </a:t>
            </a:r>
            <a:r>
              <a:rPr lang="en-US" dirty="0" err="1"/>
              <a:t>eterogenee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loro, </a:t>
            </a:r>
            <a:r>
              <a:rPr lang="en-US" dirty="0" err="1"/>
              <a:t>abbiamo</a:t>
            </a:r>
            <a:r>
              <a:rPr lang="en-US" dirty="0"/>
              <a:t> </a:t>
            </a:r>
            <a:r>
              <a:rPr lang="en-US" dirty="0" err="1"/>
              <a:t>utilizzato</a:t>
            </a:r>
            <a:r>
              <a:rPr lang="en-US" dirty="0"/>
              <a:t> due </a:t>
            </a:r>
            <a:r>
              <a:rPr lang="en-US" dirty="0" err="1"/>
              <a:t>diversi</a:t>
            </a:r>
            <a:r>
              <a:rPr lang="en-US" dirty="0"/>
              <a:t> wrapper.</a:t>
            </a:r>
          </a:p>
          <a:p>
            <a:endParaRPr lang="en-US" dirty="0"/>
          </a:p>
          <a:p>
            <a:r>
              <a:rPr lang="en-US" dirty="0"/>
              <a:t>Il wrapper delle </a:t>
            </a:r>
            <a:r>
              <a:rPr lang="en-US" dirty="0" err="1"/>
              <a:t>fase</a:t>
            </a:r>
            <a:r>
              <a:rPr lang="en-US" dirty="0"/>
              <a:t> </a:t>
            </a:r>
            <a:r>
              <a:rPr lang="en-US" dirty="0" err="1"/>
              <a:t>supervisionata</a:t>
            </a:r>
            <a:r>
              <a:rPr lang="en-US" dirty="0"/>
              <a:t> fa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l’80% del </a:t>
            </a:r>
            <a:r>
              <a:rPr lang="en-US" dirty="0" err="1"/>
              <a:t>gradiente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dominato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supervisionata</a:t>
            </a:r>
            <a:r>
              <a:rPr lang="en-US" dirty="0"/>
              <a:t> MPJPE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9346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Mentre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autosupervisionata</a:t>
            </a:r>
            <a:r>
              <a:rPr lang="en-US" dirty="0"/>
              <a:t>,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utilizzato</a:t>
            </a:r>
            <a:r>
              <a:rPr lang="en-US" dirty="0"/>
              <a:t> un wrapper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a </a:t>
            </a:r>
            <a:r>
              <a:rPr lang="en-US" dirty="0" err="1"/>
              <a:t>modellare</a:t>
            </a:r>
            <a:r>
              <a:rPr lang="en-US" dirty="0"/>
              <a:t> </a:t>
            </a:r>
            <a:r>
              <a:rPr lang="en-US" dirty="0" err="1"/>
              <a:t>l’incertezza</a:t>
            </a:r>
            <a:r>
              <a:rPr lang="en-US" dirty="0"/>
              <a:t> </a:t>
            </a:r>
            <a:r>
              <a:rPr lang="en-US" dirty="0" err="1"/>
              <a:t>omoschedastica</a:t>
            </a:r>
            <a:r>
              <a:rPr lang="en-US" dirty="0"/>
              <a:t> delle </a:t>
            </a:r>
            <a:r>
              <a:rPr lang="en-US" dirty="0" err="1"/>
              <a:t>varie</a:t>
            </a:r>
            <a:r>
              <a:rPr lang="en-US" dirty="0"/>
              <a:t> </a:t>
            </a:r>
            <a:r>
              <a:rPr lang="en-US" dirty="0" err="1"/>
              <a:t>operazioni</a:t>
            </a:r>
            <a:r>
              <a:rPr lang="en-US" dirty="0"/>
              <a:t>, </a:t>
            </a:r>
            <a:r>
              <a:rPr lang="en-US" dirty="0" err="1"/>
              <a:t>affinche</a:t>
            </a:r>
            <a:r>
              <a:rPr lang="en-US" dirty="0"/>
              <a:t> il </a:t>
            </a:r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impari</a:t>
            </a:r>
            <a:r>
              <a:rPr lang="en-US" dirty="0"/>
              <a:t> a </a:t>
            </a:r>
            <a:r>
              <a:rPr lang="en-US" dirty="0" err="1"/>
              <a:t>bilanciare</a:t>
            </a:r>
            <a:r>
              <a:rPr lang="en-US" dirty="0"/>
              <a:t> </a:t>
            </a:r>
            <a:r>
              <a:rPr lang="en-US" dirty="0" err="1"/>
              <a:t>queste</a:t>
            </a:r>
            <a:r>
              <a:rPr lang="en-US" dirty="0"/>
              <a:t> in </a:t>
            </a:r>
            <a:r>
              <a:rPr lang="en-US" dirty="0" err="1"/>
              <a:t>totale</a:t>
            </a:r>
            <a:r>
              <a:rPr lang="en-US" dirty="0"/>
              <a:t> </a:t>
            </a:r>
            <a:r>
              <a:rPr lang="en-US" dirty="0" err="1"/>
              <a:t>autonomia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08480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l’addestramento della fase superivisionata, abbiamo scelto il dataset AthletePose3D realizzato dai suoi autori, catturando diversi movimenti atletici ad alta velocita’, come per esempio il pattinaggio di figura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74122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Per la </a:t>
            </a:r>
            <a:r>
              <a:rPr lang="en-GB" dirty="0" err="1"/>
              <a:t>parte</a:t>
            </a:r>
            <a:r>
              <a:rPr lang="en-GB" dirty="0"/>
              <a:t> </a:t>
            </a:r>
            <a:r>
              <a:rPr lang="en-GB" dirty="0" err="1"/>
              <a:t>autosupervisionata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2497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Nostro dataset </a:t>
            </a:r>
            <a:r>
              <a:rPr lang="en-GB" dirty="0" err="1"/>
              <a:t>realizzato</a:t>
            </a:r>
            <a:r>
              <a:rPr lang="en-GB" dirty="0"/>
              <a:t> con drone </a:t>
            </a:r>
            <a:r>
              <a:rPr lang="en-GB" dirty="0" err="1"/>
              <a:t>commerciale</a:t>
            </a:r>
            <a:r>
              <a:rPr lang="en-GB" dirty="0"/>
              <a:t>, in 5 </a:t>
            </a:r>
            <a:r>
              <a:rPr lang="en-GB" dirty="0" err="1"/>
              <a:t>differenti</a:t>
            </a:r>
            <a:r>
              <a:rPr lang="en-GB" dirty="0"/>
              <a:t> </a:t>
            </a:r>
            <a:r>
              <a:rPr lang="en-GB" dirty="0" err="1"/>
              <a:t>locazioni</a:t>
            </a:r>
            <a:r>
              <a:rPr lang="en-GB" dirty="0"/>
              <a:t> e con 5 </a:t>
            </a:r>
            <a:r>
              <a:rPr lang="en-GB" dirty="0" err="1"/>
              <a:t>differenti</a:t>
            </a:r>
            <a:r>
              <a:rPr lang="en-GB" dirty="0"/>
              <a:t> </a:t>
            </a:r>
            <a:r>
              <a:rPr lang="en-GB" dirty="0" err="1"/>
              <a:t>soggetti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36413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Non </a:t>
            </a:r>
            <a:r>
              <a:rPr lang="en-GB" dirty="0" err="1"/>
              <a:t>avevamo</a:t>
            </a:r>
            <a:r>
              <a:rPr lang="en-GB" dirty="0"/>
              <a:t> un benchmark </a:t>
            </a:r>
            <a:r>
              <a:rPr lang="en-GB" dirty="0" err="1"/>
              <a:t>aereo</a:t>
            </a:r>
            <a:r>
              <a:rPr lang="en-GB" dirty="0"/>
              <a:t> 3d per </a:t>
            </a:r>
            <a:r>
              <a:rPr lang="en-GB" dirty="0" err="1"/>
              <a:t>testare</a:t>
            </a:r>
            <a:r>
              <a:rPr lang="en-GB" dirty="0"/>
              <a:t> il nostro </a:t>
            </a:r>
            <a:r>
              <a:rPr lang="en-GB" dirty="0" err="1"/>
              <a:t>modello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 err="1"/>
              <a:t>Possiamo</a:t>
            </a:r>
            <a:r>
              <a:rPr lang="en-GB" dirty="0"/>
              <a:t> </a:t>
            </a:r>
            <a:r>
              <a:rPr lang="en-GB" dirty="0" err="1"/>
              <a:t>notare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AGFormer</a:t>
            </a:r>
            <a:r>
              <a:rPr lang="en-GB" dirty="0"/>
              <a:t> </a:t>
            </a:r>
            <a:r>
              <a:rPr lang="en-GB" dirty="0" err="1"/>
              <a:t>ottiene</a:t>
            </a:r>
            <a:r>
              <a:rPr lang="en-GB" dirty="0"/>
              <a:t> </a:t>
            </a:r>
            <a:r>
              <a:rPr lang="en-GB" dirty="0" err="1"/>
              <a:t>peggio</a:t>
            </a:r>
            <a:r>
              <a:rPr lang="en-GB" dirty="0"/>
              <a:t> di tutti I </a:t>
            </a:r>
            <a:r>
              <a:rPr lang="en-GB" dirty="0" err="1"/>
              <a:t>nostri</a:t>
            </a:r>
            <a:r>
              <a:rPr lang="en-GB" dirty="0"/>
              <a:t> </a:t>
            </a:r>
            <a:r>
              <a:rPr lang="en-GB" dirty="0" err="1"/>
              <a:t>modelli</a:t>
            </a:r>
            <a:r>
              <a:rPr lang="en-GB" dirty="0"/>
              <a:t>, ma ft a </a:t>
            </a:r>
            <a:r>
              <a:rPr lang="en-GB" dirty="0" err="1"/>
              <a:t>livello</a:t>
            </a:r>
            <a:r>
              <a:rPr lang="en-GB" dirty="0"/>
              <a:t> numeric </a:t>
            </a:r>
            <a:r>
              <a:rPr lang="en-GB" dirty="0" err="1"/>
              <a:t>ottiene</a:t>
            </a:r>
            <a:r>
              <a:rPr lang="en-GB" dirty="0"/>
              <a:t> </a:t>
            </a:r>
            <a:r>
              <a:rPr lang="en-GB" dirty="0" err="1"/>
              <a:t>risultati</a:t>
            </a:r>
            <a:r>
              <a:rPr lang="en-GB" dirty="0"/>
              <a:t> </a:t>
            </a:r>
            <a:r>
              <a:rPr lang="en-GB" dirty="0" err="1"/>
              <a:t>migliori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Possiamo</a:t>
            </a:r>
            <a:r>
              <a:rPr lang="en-GB" dirty="0"/>
              <a:t> </a:t>
            </a:r>
            <a:r>
              <a:rPr lang="en-GB" dirty="0" err="1"/>
              <a:t>notare</a:t>
            </a:r>
            <a:r>
              <a:rPr lang="en-GB" dirty="0"/>
              <a:t> come a prima vista </a:t>
            </a:r>
            <a:r>
              <a:rPr lang="en-GB" dirty="0" err="1"/>
              <a:t>sembra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il </a:t>
            </a:r>
            <a:r>
              <a:rPr lang="en-GB" dirty="0" err="1"/>
              <a:t>ramo</a:t>
            </a:r>
            <a:r>
              <a:rPr lang="en-GB" dirty="0"/>
              <a:t> </a:t>
            </a:r>
            <a:r>
              <a:rPr lang="en-GB" dirty="0" err="1"/>
              <a:t>dell’incertezza</a:t>
            </a:r>
            <a:r>
              <a:rPr lang="en-GB" dirty="0"/>
              <a:t> e il </a:t>
            </a:r>
            <a:r>
              <a:rPr lang="en-GB" dirty="0" err="1"/>
              <a:t>modello</a:t>
            </a:r>
            <a:r>
              <a:rPr lang="en-GB" dirty="0"/>
              <a:t> </a:t>
            </a:r>
            <a:r>
              <a:rPr lang="en-GB" dirty="0" err="1"/>
              <a:t>completo</a:t>
            </a:r>
            <a:r>
              <a:rPr lang="en-GB" dirty="0"/>
              <a:t> </a:t>
            </a:r>
            <a:r>
              <a:rPr lang="en-GB" dirty="0" err="1"/>
              <a:t>sembrino</a:t>
            </a:r>
            <a:r>
              <a:rPr lang="en-GB" dirty="0"/>
              <a:t> </a:t>
            </a:r>
            <a:r>
              <a:rPr lang="en-GB" dirty="0" err="1"/>
              <a:t>sottoperformare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In </a:t>
            </a:r>
            <a:r>
              <a:rPr lang="en-GB" dirty="0" err="1"/>
              <a:t>questo</a:t>
            </a:r>
            <a:r>
              <a:rPr lang="en-GB" dirty="0"/>
              <a:t> studio I </a:t>
            </a:r>
            <a:r>
              <a:rPr lang="en-GB" dirty="0" err="1"/>
              <a:t>risultati</a:t>
            </a:r>
            <a:r>
              <a:rPr lang="en-GB" dirty="0"/>
              <a:t> </a:t>
            </a:r>
            <a:r>
              <a:rPr lang="en-GB" dirty="0" err="1"/>
              <a:t>qualitativi</a:t>
            </a:r>
            <a:r>
              <a:rPr lang="en-GB" dirty="0"/>
              <a:t> </a:t>
            </a:r>
            <a:r>
              <a:rPr lang="en-GB" dirty="0" err="1"/>
              <a:t>sono</a:t>
            </a:r>
            <a:r>
              <a:rPr lang="en-GB" dirty="0"/>
              <a:t> piu’ </a:t>
            </a:r>
            <a:r>
              <a:rPr lang="en-GB" dirty="0" err="1"/>
              <a:t>indicativi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07594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Inadeguato</a:t>
            </a:r>
            <a:r>
              <a:rPr lang="en-GB" dirty="0"/>
              <a:t> per </a:t>
            </a:r>
            <a:r>
              <a:rPr lang="en-GB" dirty="0" err="1"/>
              <a:t>analisi</a:t>
            </a:r>
            <a:r>
              <a:rPr lang="en-GB" dirty="0"/>
              <a:t> </a:t>
            </a:r>
            <a:r>
              <a:rPr lang="en-GB" dirty="0" err="1"/>
              <a:t>sportiva</a:t>
            </a:r>
            <a:r>
              <a:rPr lang="en-GB" dirty="0"/>
              <a:t> </a:t>
            </a:r>
            <a:r>
              <a:rPr lang="en-GB" dirty="0" err="1"/>
              <a:t>aerea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81280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Posa da </a:t>
            </a:r>
            <a:r>
              <a:rPr lang="en-GB" dirty="0" err="1"/>
              <a:t>una</a:t>
            </a:r>
            <a:r>
              <a:rPr lang="en-GB" dirty="0"/>
              <a:t> buona </a:t>
            </a:r>
            <a:r>
              <a:rPr lang="en-GB" dirty="0" err="1"/>
              <a:t>ricostruzione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Rotazione</a:t>
            </a:r>
            <a:r>
              <a:rPr lang="en-GB" dirty="0"/>
              <a:t> </a:t>
            </a:r>
            <a:r>
              <a:rPr lang="en-GB" dirty="0" err="1"/>
              <a:t>va</a:t>
            </a:r>
            <a:r>
              <a:rPr lang="en-GB" dirty="0"/>
              <a:t> a </a:t>
            </a:r>
            <a:r>
              <a:rPr lang="en-GB" dirty="0" err="1"/>
              <a:t>scatti</a:t>
            </a:r>
            <a:r>
              <a:rPr lang="en-GB" dirty="0"/>
              <a:t>.</a:t>
            </a:r>
          </a:p>
          <a:p>
            <a:br>
              <a:rPr lang="en-GB" dirty="0"/>
            </a:br>
            <a:r>
              <a:rPr lang="en-GB" dirty="0" err="1"/>
              <a:t>Incertezza</a:t>
            </a:r>
            <a:r>
              <a:rPr lang="en-GB" dirty="0"/>
              <a:t> introduce </a:t>
            </a:r>
            <a:r>
              <a:rPr lang="en-GB" dirty="0" err="1"/>
              <a:t>molta</a:t>
            </a:r>
            <a:r>
              <a:rPr lang="en-GB" dirty="0"/>
              <a:t> </a:t>
            </a:r>
            <a:r>
              <a:rPr lang="en-GB" dirty="0" err="1"/>
              <a:t>fluidita</a:t>
            </a:r>
            <a:r>
              <a:rPr lang="en-GB" dirty="0"/>
              <a:t>’ al </a:t>
            </a:r>
            <a:r>
              <a:rPr lang="en-GB" dirty="0" err="1"/>
              <a:t>movimento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35953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Possiamo</a:t>
            </a:r>
            <a:r>
              <a:rPr lang="en-GB" dirty="0"/>
              <a:t> Vedere in alto il </a:t>
            </a:r>
            <a:r>
              <a:rPr lang="en-GB" dirty="0" err="1"/>
              <a:t>modello</a:t>
            </a:r>
            <a:r>
              <a:rPr lang="en-GB" dirty="0"/>
              <a:t> brancher complete dopo la </a:t>
            </a:r>
            <a:r>
              <a:rPr lang="en-GB" dirty="0" err="1"/>
              <a:t>fase</a:t>
            </a:r>
            <a:r>
              <a:rPr lang="en-GB" dirty="0"/>
              <a:t> </a:t>
            </a:r>
            <a:r>
              <a:rPr lang="en-GB" dirty="0" err="1"/>
              <a:t>supervisionata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Sotto il </a:t>
            </a:r>
            <a:r>
              <a:rPr lang="en-GB" dirty="0" err="1"/>
              <a:t>modello</a:t>
            </a:r>
            <a:r>
              <a:rPr lang="en-GB" dirty="0"/>
              <a:t> dopo la </a:t>
            </a:r>
            <a:r>
              <a:rPr lang="en-GB" dirty="0" err="1"/>
              <a:t>fase</a:t>
            </a:r>
            <a:r>
              <a:rPr lang="en-GB" dirty="0"/>
              <a:t> </a:t>
            </a:r>
            <a:r>
              <a:rPr lang="en-GB" dirty="0" err="1"/>
              <a:t>puramente</a:t>
            </a:r>
            <a:r>
              <a:rPr lang="en-GB" dirty="0"/>
              <a:t> </a:t>
            </a:r>
            <a:r>
              <a:rPr lang="en-GB" dirty="0" err="1"/>
              <a:t>autosupervisionata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dataset </a:t>
            </a:r>
            <a:r>
              <a:rPr lang="en-GB" dirty="0" err="1"/>
              <a:t>aereo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Possiamo</a:t>
            </a:r>
            <a:r>
              <a:rPr lang="en-GB" dirty="0"/>
              <a:t> </a:t>
            </a:r>
            <a:r>
              <a:rPr lang="en-GB" dirty="0" err="1"/>
              <a:t>notare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fase</a:t>
            </a:r>
            <a:r>
              <a:rPr lang="en-GB" dirty="0"/>
              <a:t> </a:t>
            </a:r>
            <a:r>
              <a:rPr lang="en-GB" dirty="0" err="1"/>
              <a:t>puramente</a:t>
            </a:r>
            <a:r>
              <a:rPr lang="en-GB" dirty="0"/>
              <a:t> </a:t>
            </a:r>
            <a:r>
              <a:rPr lang="en-GB" dirty="0" err="1"/>
              <a:t>autosupervisionata</a:t>
            </a:r>
            <a:r>
              <a:rPr lang="en-GB" dirty="0"/>
              <a:t> introduce </a:t>
            </a:r>
            <a:r>
              <a:rPr lang="en-GB" dirty="0" err="1"/>
              <a:t>alcune</a:t>
            </a:r>
            <a:r>
              <a:rPr lang="en-GB" dirty="0"/>
              <a:t> </a:t>
            </a:r>
            <a:r>
              <a:rPr lang="en-GB" dirty="0" err="1"/>
              <a:t>anomalie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47861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Possiamo</a:t>
            </a:r>
            <a:r>
              <a:rPr lang="en-GB" dirty="0"/>
              <a:t> </a:t>
            </a:r>
            <a:r>
              <a:rPr lang="en-GB" dirty="0" err="1"/>
              <a:t>notare</a:t>
            </a:r>
            <a:r>
              <a:rPr lang="en-GB" dirty="0"/>
              <a:t> </a:t>
            </a:r>
            <a:r>
              <a:rPr lang="en-GB" dirty="0" err="1"/>
              <a:t>nei</a:t>
            </a:r>
            <a:r>
              <a:rPr lang="en-GB" dirty="0"/>
              <a:t> </a:t>
            </a:r>
            <a:r>
              <a:rPr lang="en-GB" dirty="0" err="1"/>
              <a:t>seguenti</a:t>
            </a:r>
            <a:r>
              <a:rPr lang="en-GB" dirty="0"/>
              <a:t> frame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sebbene</a:t>
            </a:r>
            <a:r>
              <a:rPr lang="en-GB" dirty="0"/>
              <a:t> in </a:t>
            </a:r>
            <a:r>
              <a:rPr lang="en-GB" dirty="0" err="1"/>
              <a:t>alcuni</a:t>
            </a:r>
            <a:r>
              <a:rPr lang="en-GB" dirty="0"/>
              <a:t> </a:t>
            </a:r>
            <a:r>
              <a:rPr lang="en-GB" dirty="0" err="1"/>
              <a:t>casi</a:t>
            </a:r>
            <a:r>
              <a:rPr lang="en-GB" dirty="0"/>
              <a:t>, la </a:t>
            </a:r>
            <a:r>
              <a:rPr lang="en-GB" dirty="0" err="1"/>
              <a:t>ricostruzione</a:t>
            </a:r>
            <a:r>
              <a:rPr lang="en-GB" dirty="0"/>
              <a:t> 3D e’ Migliore dopo la </a:t>
            </a:r>
            <a:r>
              <a:rPr lang="en-GB" dirty="0" err="1"/>
              <a:t>fase</a:t>
            </a:r>
            <a:r>
              <a:rPr lang="en-GB" dirty="0"/>
              <a:t> </a:t>
            </a:r>
            <a:r>
              <a:rPr lang="en-GB" dirty="0" err="1"/>
              <a:t>autosupervisionata</a:t>
            </a:r>
            <a:r>
              <a:rPr lang="en-GB" dirty="0"/>
              <a:t>, in </a:t>
            </a:r>
            <a:r>
              <a:rPr lang="en-GB" dirty="0" err="1"/>
              <a:t>altri</a:t>
            </a:r>
            <a:r>
              <a:rPr lang="en-GB" dirty="0"/>
              <a:t> </a:t>
            </a:r>
            <a:r>
              <a:rPr lang="en-GB" dirty="0" err="1"/>
              <a:t>casi</a:t>
            </a:r>
            <a:r>
              <a:rPr lang="en-GB" dirty="0"/>
              <a:t> </a:t>
            </a:r>
            <a:r>
              <a:rPr lang="en-GB" dirty="0" err="1"/>
              <a:t>invece</a:t>
            </a:r>
            <a:r>
              <a:rPr lang="en-GB" dirty="0"/>
              <a:t> </a:t>
            </a:r>
            <a:r>
              <a:rPr lang="en-GB" dirty="0" err="1"/>
              <a:t>addirittura</a:t>
            </a:r>
            <a:r>
              <a:rPr lang="en-GB" dirty="0"/>
              <a:t> </a:t>
            </a:r>
            <a:r>
              <a:rPr lang="en-GB" dirty="0" err="1"/>
              <a:t>peggiora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Questa e’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limitazione</a:t>
            </a:r>
            <a:r>
              <a:rPr lang="en-GB" dirty="0"/>
              <a:t> </a:t>
            </a:r>
            <a:r>
              <a:rPr lang="en-GB" dirty="0" err="1"/>
              <a:t>dell’addestramento</a:t>
            </a:r>
            <a:r>
              <a:rPr lang="en-GB" dirty="0"/>
              <a:t> </a:t>
            </a:r>
            <a:r>
              <a:rPr lang="en-GB" dirty="0" err="1"/>
              <a:t>puramente</a:t>
            </a:r>
            <a:r>
              <a:rPr lang="en-GB" dirty="0"/>
              <a:t> </a:t>
            </a:r>
            <a:r>
              <a:rPr lang="en-GB" dirty="0" err="1"/>
              <a:t>autosupervisionato</a:t>
            </a:r>
            <a:r>
              <a:rPr lang="en-GB" dirty="0"/>
              <a:t>, </a:t>
            </a:r>
            <a:r>
              <a:rPr lang="en-GB" dirty="0" err="1"/>
              <a:t>che</a:t>
            </a:r>
            <a:r>
              <a:rPr lang="en-GB" dirty="0"/>
              <a:t> non </a:t>
            </a:r>
            <a:r>
              <a:rPr lang="en-GB" dirty="0" err="1"/>
              <a:t>avendo</a:t>
            </a:r>
            <a:r>
              <a:rPr lang="en-GB" dirty="0"/>
              <a:t> piu’ </a:t>
            </a:r>
            <a:r>
              <a:rPr lang="en-GB" dirty="0" err="1"/>
              <a:t>informazioni</a:t>
            </a:r>
            <a:r>
              <a:rPr lang="en-GB" dirty="0"/>
              <a:t> </a:t>
            </a:r>
            <a:r>
              <a:rPr lang="en-GB" dirty="0" err="1"/>
              <a:t>spaziali</a:t>
            </a:r>
            <a:r>
              <a:rPr lang="en-GB" dirty="0"/>
              <a:t> </a:t>
            </a:r>
            <a:r>
              <a:rPr lang="en-GB" dirty="0" err="1"/>
              <a:t>esterne</a:t>
            </a:r>
            <a:r>
              <a:rPr lang="en-GB" dirty="0"/>
              <a:t>, </a:t>
            </a:r>
            <a:r>
              <a:rPr lang="en-GB" dirty="0" err="1"/>
              <a:t>va</a:t>
            </a:r>
            <a:r>
              <a:rPr lang="en-GB" dirty="0"/>
              <a:t> ad </a:t>
            </a:r>
            <a:r>
              <a:rPr lang="en-GB" dirty="0" err="1"/>
              <a:t>ottimizzare</a:t>
            </a:r>
            <a:r>
              <a:rPr lang="en-GB" dirty="0"/>
              <a:t> </a:t>
            </a:r>
            <a:r>
              <a:rPr lang="en-GB" dirty="0" err="1"/>
              <a:t>obiettivi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non </a:t>
            </a:r>
            <a:r>
              <a:rPr lang="en-GB" dirty="0" err="1"/>
              <a:t>necessariamente</a:t>
            </a:r>
            <a:r>
              <a:rPr lang="en-GB" dirty="0"/>
              <a:t> </a:t>
            </a:r>
            <a:r>
              <a:rPr lang="en-GB" dirty="0" err="1"/>
              <a:t>portano</a:t>
            </a:r>
            <a:r>
              <a:rPr lang="en-GB" dirty="0"/>
              <a:t> ad </a:t>
            </a:r>
            <a:r>
              <a:rPr lang="en-GB" dirty="0" err="1"/>
              <a:t>avere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Migliore </a:t>
            </a:r>
            <a:r>
              <a:rPr lang="en-GB" dirty="0" err="1"/>
              <a:t>rappresentazione</a:t>
            </a:r>
            <a:r>
              <a:rPr lang="en-GB" dirty="0"/>
              <a:t> 3d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01967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Brancher primo </a:t>
            </a:r>
            <a:r>
              <a:rPr lang="en-GB" dirty="0" err="1"/>
              <a:t>modello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usa</a:t>
            </a:r>
            <a:r>
              <a:rPr lang="en-GB" dirty="0"/>
              <a:t> DL per 3D HPE </a:t>
            </a:r>
            <a:r>
              <a:rPr lang="en-GB" dirty="0" err="1"/>
              <a:t>aerea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 err="1"/>
              <a:t>Introdotto</a:t>
            </a:r>
            <a:r>
              <a:rPr lang="en-GB" dirty="0"/>
              <a:t> un </a:t>
            </a:r>
            <a:r>
              <a:rPr lang="en-GB"/>
              <a:t>nostro piccolo </a:t>
            </a:r>
            <a:r>
              <a:rPr lang="en-GB" dirty="0"/>
              <a:t>dataset </a:t>
            </a:r>
            <a:r>
              <a:rPr lang="en-GB" dirty="0" err="1"/>
              <a:t>aereo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Propongo</a:t>
            </a:r>
            <a:r>
              <a:rPr lang="en-GB" dirty="0"/>
              <a:t> la </a:t>
            </a:r>
            <a:r>
              <a:rPr lang="en-GB" dirty="0" err="1"/>
              <a:t>creazione</a:t>
            </a:r>
            <a:r>
              <a:rPr lang="en-GB" dirty="0"/>
              <a:t> del primo dataset </a:t>
            </a:r>
            <a:r>
              <a:rPr lang="en-GB" dirty="0" err="1"/>
              <a:t>aereo</a:t>
            </a:r>
            <a:r>
              <a:rPr lang="en-GB" dirty="0"/>
              <a:t> con </a:t>
            </a:r>
            <a:r>
              <a:rPr lang="en-GB" dirty="0" err="1"/>
              <a:t>notazioni</a:t>
            </a:r>
            <a:r>
              <a:rPr lang="en-GB" dirty="0"/>
              <a:t> 3d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beneficerebbe</a:t>
            </a:r>
            <a:r>
              <a:rPr lang="en-GB" dirty="0"/>
              <a:t> </a:t>
            </a:r>
            <a:r>
              <a:rPr lang="en-GB" dirty="0" err="1"/>
              <a:t>all’intera</a:t>
            </a:r>
            <a:r>
              <a:rPr lang="en-GB" dirty="0"/>
              <a:t> causa della 3D HPE </a:t>
            </a:r>
            <a:r>
              <a:rPr lang="en-GB" dirty="0" err="1"/>
              <a:t>aerea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3685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4" b="42715"/>
          <a:stretch/>
        </p:blipFill>
        <p:spPr>
          <a:xfrm>
            <a:off x="0" y="1485900"/>
            <a:ext cx="12192000" cy="5372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6675"/>
            <a:ext cx="4552632" cy="134864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838200" y="2441055"/>
            <a:ext cx="10515600" cy="1325563"/>
          </a:xfrm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Thesis Title</a:t>
            </a:r>
            <a:endParaRPr lang="it-IT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3353" y="4774981"/>
            <a:ext cx="3527854" cy="484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Supervisor</a:t>
            </a:r>
            <a:endParaRPr lang="it-IT" dirty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393353" y="5457643"/>
            <a:ext cx="3527854" cy="484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Co-Supervisor</a:t>
            </a:r>
            <a:endParaRPr lang="it-IT" dirty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8270793" y="4774981"/>
            <a:ext cx="3527854" cy="4843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Candidate</a:t>
            </a:r>
            <a:endParaRPr lang="it-IT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8270793" y="5542791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Academic Year</a:t>
            </a:r>
            <a:endParaRPr lang="it-IT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1875200" y="6027003"/>
            <a:ext cx="8441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aseline="0" dirty="0">
                <a:solidFill>
                  <a:schemeClr val="bg1"/>
                </a:solidFill>
                <a:latin typeface="+mj-lt"/>
              </a:rPr>
              <a:t>School of Industrial and Information Engineering</a:t>
            </a:r>
          </a:p>
          <a:p>
            <a:pPr algn="ctr"/>
            <a:r>
              <a:rPr lang="it-IT" sz="2800" baseline="0" dirty="0">
                <a:solidFill>
                  <a:schemeClr val="bg1"/>
                </a:solidFill>
                <a:latin typeface="+mj-lt"/>
              </a:rPr>
              <a:t>Master of Science –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59527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1" b="2733"/>
          <a:stretch/>
        </p:blipFill>
        <p:spPr>
          <a:xfrm>
            <a:off x="-1" y="6226218"/>
            <a:ext cx="12191999" cy="6317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96" r="782"/>
          <a:stretch/>
        </p:blipFill>
        <p:spPr>
          <a:xfrm>
            <a:off x="0" y="0"/>
            <a:ext cx="12191999" cy="10238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2" y="6267469"/>
            <a:ext cx="3083718" cy="551728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/>
          <a:lstStyle>
            <a:lvl1pPr>
              <a:defRPr sz="1600" b="1" i="0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DCE09022-C08B-4F34-B9F0-43AC160DA04C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05355" y="90617"/>
            <a:ext cx="6971271" cy="543697"/>
          </a:xfrm>
        </p:spPr>
        <p:txBody>
          <a:bodyPr>
            <a:normAutofit/>
          </a:bodyPr>
          <a:lstStyle>
            <a:lvl1pPr>
              <a:defRPr sz="3600" b="1" i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798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50178-FFDF-4188-8352-D71733CC4D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258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image" Target="../media/image1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4" Type="http://schemas.openxmlformats.org/officeDocument/2006/relationships/image" Target="../media/image130.png"/><Relationship Id="rId9" Type="http://schemas.openxmlformats.org/officeDocument/2006/relationships/image" Target="../media/image1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6.png"/><Relationship Id="rId5" Type="http://schemas.openxmlformats.org/officeDocument/2006/relationships/image" Target="../media/image28.png"/><Relationship Id="rId10" Type="http://schemas.openxmlformats.org/officeDocument/2006/relationships/image" Target="../media/image35.png"/><Relationship Id="rId4" Type="http://schemas.openxmlformats.org/officeDocument/2006/relationships/image" Target="../media/image27.png"/><Relationship Id="rId9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270.png"/><Relationship Id="rId7" Type="http://schemas.openxmlformats.org/officeDocument/2006/relationships/image" Target="../media/image3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70.png"/><Relationship Id="rId5" Type="http://schemas.openxmlformats.org/officeDocument/2006/relationships/image" Target="../media/image290.png"/><Relationship Id="rId10" Type="http://schemas.openxmlformats.org/officeDocument/2006/relationships/image" Target="../media/image360.png"/><Relationship Id="rId4" Type="http://schemas.openxmlformats.org/officeDocument/2006/relationships/image" Target="../media/image281.png"/><Relationship Id="rId9" Type="http://schemas.openxmlformats.org/officeDocument/2006/relationships/image" Target="../media/image3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280.png"/><Relationship Id="rId4" Type="http://schemas.openxmlformats.org/officeDocument/2006/relationships/image" Target="../media/image49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270.png"/><Relationship Id="rId7" Type="http://schemas.openxmlformats.org/officeDocument/2006/relationships/image" Target="../media/image3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70.png"/><Relationship Id="rId5" Type="http://schemas.openxmlformats.org/officeDocument/2006/relationships/image" Target="../media/image290.png"/><Relationship Id="rId10" Type="http://schemas.openxmlformats.org/officeDocument/2006/relationships/image" Target="../media/image360.png"/><Relationship Id="rId4" Type="http://schemas.openxmlformats.org/officeDocument/2006/relationships/image" Target="../media/image281.png"/><Relationship Id="rId9" Type="http://schemas.openxmlformats.org/officeDocument/2006/relationships/image" Target="../media/image3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270.png"/><Relationship Id="rId7" Type="http://schemas.openxmlformats.org/officeDocument/2006/relationships/image" Target="../media/image3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70.png"/><Relationship Id="rId5" Type="http://schemas.openxmlformats.org/officeDocument/2006/relationships/image" Target="../media/image290.png"/><Relationship Id="rId10" Type="http://schemas.openxmlformats.org/officeDocument/2006/relationships/image" Target="../media/image360.png"/><Relationship Id="rId4" Type="http://schemas.openxmlformats.org/officeDocument/2006/relationships/image" Target="../media/image281.png"/><Relationship Id="rId9" Type="http://schemas.openxmlformats.org/officeDocument/2006/relationships/image" Target="../media/image3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23.jpg"/><Relationship Id="rId4" Type="http://schemas.openxmlformats.org/officeDocument/2006/relationships/image" Target="../media/image44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40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2.png"/><Relationship Id="rId5" Type="http://schemas.openxmlformats.org/officeDocument/2006/relationships/image" Target="../media/image431.png"/><Relationship Id="rId10" Type="http://schemas.openxmlformats.org/officeDocument/2006/relationships/image" Target="../media/image38.png"/><Relationship Id="rId4" Type="http://schemas.openxmlformats.org/officeDocument/2006/relationships/image" Target="../media/image350.png"/><Relationship Id="rId9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270.png"/><Relationship Id="rId7" Type="http://schemas.openxmlformats.org/officeDocument/2006/relationships/image" Target="../media/image3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70.png"/><Relationship Id="rId5" Type="http://schemas.openxmlformats.org/officeDocument/2006/relationships/image" Target="../media/image290.png"/><Relationship Id="rId10" Type="http://schemas.openxmlformats.org/officeDocument/2006/relationships/image" Target="../media/image360.png"/><Relationship Id="rId4" Type="http://schemas.openxmlformats.org/officeDocument/2006/relationships/image" Target="../media/image281.png"/><Relationship Id="rId9" Type="http://schemas.openxmlformats.org/officeDocument/2006/relationships/image" Target="../media/image3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5" Type="http://schemas.openxmlformats.org/officeDocument/2006/relationships/image" Target="../media/image471.png"/><Relationship Id="rId10" Type="http://schemas.openxmlformats.org/officeDocument/2006/relationships/image" Target="../media/image25.png"/><Relationship Id="rId4" Type="http://schemas.openxmlformats.org/officeDocument/2006/relationships/image" Target="../media/image500.png"/><Relationship Id="rId9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61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71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610.png"/><Relationship Id="rId12" Type="http://schemas.openxmlformats.org/officeDocument/2006/relationships/image" Target="../media/image4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710.png"/><Relationship Id="rId5" Type="http://schemas.openxmlformats.org/officeDocument/2006/relationships/image" Target="../media/image590.png"/><Relationship Id="rId10" Type="http://schemas.openxmlformats.org/officeDocument/2006/relationships/image" Target="../media/image66.png"/><Relationship Id="rId4" Type="http://schemas.openxmlformats.org/officeDocument/2006/relationships/image" Target="../media/image580.png"/><Relationship Id="rId9" Type="http://schemas.openxmlformats.org/officeDocument/2006/relationships/image" Target="../media/image631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1.png"/><Relationship Id="rId3" Type="http://schemas.openxmlformats.org/officeDocument/2006/relationships/image" Target="../media/image49.png"/><Relationship Id="rId7" Type="http://schemas.openxmlformats.org/officeDocument/2006/relationships/image" Target="../media/image61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61.png"/><Relationship Id="rId5" Type="http://schemas.openxmlformats.org/officeDocument/2006/relationships/image" Target="../media/image59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67.png"/><Relationship Id="rId1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0.png"/><Relationship Id="rId4" Type="http://schemas.openxmlformats.org/officeDocument/2006/relationships/image" Target="../media/image6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gif"/><Relationship Id="rId4" Type="http://schemas.openxmlformats.org/officeDocument/2006/relationships/image" Target="../media/image76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gi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gif"/><Relationship Id="rId5" Type="http://schemas.openxmlformats.org/officeDocument/2006/relationships/image" Target="../media/image81.gif"/><Relationship Id="rId4" Type="http://schemas.openxmlformats.org/officeDocument/2006/relationships/image" Target="../media/image80.gi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60FD-2BA2-7F59-D91B-D9C44AAF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6000" dirty="0"/>
              <a:t>Self-Supervised 3D Human Pose Estimation in Sports Aerial Videos</a:t>
            </a:r>
            <a:br>
              <a:rPr lang="en-GB" b="0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8F01B-B929-6B7E-1B87-09375CF6D1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353" y="4290668"/>
            <a:ext cx="5469566" cy="484313"/>
          </a:xfrm>
        </p:spPr>
        <p:txBody>
          <a:bodyPr/>
          <a:lstStyle/>
          <a:p>
            <a:r>
              <a:rPr lang="en-US" b="1" u="sng" dirty="0"/>
              <a:t>Advisor:</a:t>
            </a:r>
            <a:r>
              <a:rPr lang="en-US" b="1" dirty="0"/>
              <a:t> </a:t>
            </a:r>
            <a:r>
              <a:rPr lang="en-US" dirty="0"/>
              <a:t>Prof. Giacomo </a:t>
            </a:r>
            <a:r>
              <a:rPr lang="en-US" dirty="0" err="1"/>
              <a:t>Boracchi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B7CD8-AF9E-1483-BD07-C547373E45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353" y="5218407"/>
            <a:ext cx="5469566" cy="484313"/>
          </a:xfrm>
        </p:spPr>
        <p:txBody>
          <a:bodyPr/>
          <a:lstStyle/>
          <a:p>
            <a:r>
              <a:rPr lang="en-US" b="1" u="sng" dirty="0"/>
              <a:t>Co-advisor:</a:t>
            </a:r>
            <a:r>
              <a:rPr lang="en-US" b="1" dirty="0"/>
              <a:t> </a:t>
            </a:r>
            <a:r>
              <a:rPr lang="en-US" dirty="0"/>
              <a:t>Diego Martin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9BB6C-D7DE-607F-6A30-13C956987C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30353" y="4174127"/>
            <a:ext cx="4205541" cy="484313"/>
          </a:xfrm>
        </p:spPr>
        <p:txBody>
          <a:bodyPr/>
          <a:lstStyle/>
          <a:p>
            <a:r>
              <a:rPr lang="en-US" sz="4000" dirty="0"/>
              <a:t>Angelo Attivissimo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239572-FB9B-3216-8EA5-2D518393AE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70793" y="5300633"/>
            <a:ext cx="3527854" cy="319859"/>
          </a:xfrm>
        </p:spPr>
        <p:txBody>
          <a:bodyPr/>
          <a:lstStyle/>
          <a:p>
            <a:r>
              <a:rPr lang="en-US" sz="2400" dirty="0"/>
              <a:t>Academic year: 2024-2025</a:t>
            </a:r>
          </a:p>
        </p:txBody>
      </p:sp>
    </p:spTree>
    <p:extLst>
      <p:ext uri="{BB962C8B-B14F-4D97-AF65-F5344CB8AC3E}">
        <p14:creationId xmlns:p14="http://schemas.microsoft.com/office/powerpoint/2010/main" val="60136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</a:t>
            </a:fld>
            <a:endParaRPr lang="it-IT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5355" y="90617"/>
            <a:ext cx="10033727" cy="543697"/>
          </a:xfrm>
        </p:spPr>
        <p:txBody>
          <a:bodyPr>
            <a:normAutofit fontScale="90000"/>
          </a:bodyPr>
          <a:lstStyle/>
          <a:p>
            <a:r>
              <a:rPr lang="it-IT" sz="4000" dirty="0"/>
              <a:t>Introduction: Understanding Human Movement</a:t>
            </a:r>
            <a:endParaRPr lang="it-I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631AC3-F671-D4FA-F04D-03240BD61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7" r="13505"/>
          <a:stretch>
            <a:fillRect/>
          </a:stretch>
        </p:blipFill>
        <p:spPr>
          <a:xfrm>
            <a:off x="392484" y="1144173"/>
            <a:ext cx="3271379" cy="332216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70150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D4DC-53E0-D491-CAED-0F5C97C9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32CF2E-F781-F4A4-393B-DB58C55C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B64356-C623-B1EC-97A4-A12D846CD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10033727" cy="543697"/>
          </a:xfrm>
        </p:spPr>
        <p:txBody>
          <a:bodyPr>
            <a:normAutofit fontScale="90000"/>
          </a:bodyPr>
          <a:lstStyle/>
          <a:p>
            <a:r>
              <a:rPr lang="it-IT" sz="4000" dirty="0"/>
              <a:t>Introduction: Understanding Human Movement</a:t>
            </a:r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06E89D-B9C1-0466-C4E7-FF5C349A4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585" y="2668044"/>
            <a:ext cx="4132290" cy="263747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5E1BB3-9AB6-BC44-FED7-E944B62DB5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7" r="13505"/>
          <a:stretch>
            <a:fillRect/>
          </a:stretch>
        </p:blipFill>
        <p:spPr>
          <a:xfrm>
            <a:off x="392484" y="1144173"/>
            <a:ext cx="3271379" cy="332216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3EC50C-F16F-A388-BA85-D158CC99801E}"/>
              </a:ext>
            </a:extLst>
          </p:cNvPr>
          <p:cNvSpPr txBox="1"/>
          <p:nvPr/>
        </p:nvSpPr>
        <p:spPr>
          <a:xfrm>
            <a:off x="3842388" y="1448526"/>
            <a:ext cx="80103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Human Pose Estimation</a:t>
            </a:r>
            <a:r>
              <a:rPr lang="en-US" sz="2200" dirty="0"/>
              <a:t> is a Computer Vision task that estimates the spatial and temporal structure of the human body from visual data.</a:t>
            </a:r>
          </a:p>
        </p:txBody>
      </p:sp>
    </p:spTree>
    <p:extLst>
      <p:ext uri="{BB962C8B-B14F-4D97-AF65-F5344CB8AC3E}">
        <p14:creationId xmlns:p14="http://schemas.microsoft.com/office/powerpoint/2010/main" val="2673177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4F80C-A57A-B478-A83A-71766DF9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C6E8A3-3F9E-8387-7324-9E38D060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EF99D1-202C-B697-1D44-09D7DA902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10033727" cy="543697"/>
          </a:xfrm>
        </p:spPr>
        <p:txBody>
          <a:bodyPr>
            <a:normAutofit fontScale="90000"/>
          </a:bodyPr>
          <a:lstStyle/>
          <a:p>
            <a:r>
              <a:rPr lang="it-IT" sz="4000" dirty="0"/>
              <a:t>Introduction: Understanding Human Movement</a:t>
            </a:r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4B901-6047-530F-4FF2-3B6B63788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585" y="2668044"/>
            <a:ext cx="4132290" cy="263747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2375D1-4087-88B1-14B6-C97450E7BF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7" r="13505"/>
          <a:stretch>
            <a:fillRect/>
          </a:stretch>
        </p:blipFill>
        <p:spPr>
          <a:xfrm>
            <a:off x="392484" y="1144173"/>
            <a:ext cx="3271379" cy="332216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160E1E-7EF4-4281-5DC1-70153F8F2EFD}"/>
              </a:ext>
            </a:extLst>
          </p:cNvPr>
          <p:cNvSpPr txBox="1"/>
          <p:nvPr/>
        </p:nvSpPr>
        <p:spPr>
          <a:xfrm>
            <a:off x="105355" y="4597052"/>
            <a:ext cx="78663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One key application of Human Pose Estimation is </a:t>
            </a:r>
            <a:r>
              <a:rPr lang="en-US" sz="2200" b="1" dirty="0"/>
              <a:t>sports analysis</a:t>
            </a:r>
            <a:r>
              <a:rPr lang="en-US" sz="22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Quantitative analysis of athletic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Identification of suboptimal or inefficient movement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Injury prevention through biomechanical assessment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EC7E1-453C-33F4-3B85-B7348898B13E}"/>
              </a:ext>
            </a:extLst>
          </p:cNvPr>
          <p:cNvSpPr txBox="1"/>
          <p:nvPr/>
        </p:nvSpPr>
        <p:spPr>
          <a:xfrm>
            <a:off x="3842388" y="1448526"/>
            <a:ext cx="80103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Human Pose Estimation</a:t>
            </a:r>
            <a:r>
              <a:rPr lang="en-US" sz="2200" dirty="0"/>
              <a:t> is a Computer Vision task that estimates the spatial and temporal structure of the human body from visual data.</a:t>
            </a:r>
          </a:p>
        </p:txBody>
      </p:sp>
    </p:spTree>
    <p:extLst>
      <p:ext uri="{BB962C8B-B14F-4D97-AF65-F5344CB8AC3E}">
        <p14:creationId xmlns:p14="http://schemas.microsoft.com/office/powerpoint/2010/main" val="2940194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A04C0-5511-9709-13D2-4FFE8C55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E86DFE-A6F4-F2A8-C755-74DF5BDD7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5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3E9821-6020-5834-3AEE-EFAD70C32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9736802" cy="543697"/>
          </a:xfrm>
        </p:spPr>
        <p:txBody>
          <a:bodyPr>
            <a:normAutofit fontScale="90000"/>
          </a:bodyPr>
          <a:lstStyle/>
          <a:p>
            <a:r>
              <a:rPr lang="en-GB" dirty="0"/>
              <a:t>Introduction: </a:t>
            </a:r>
            <a:r>
              <a:rPr lang="en-US" dirty="0"/>
              <a:t>From Motion Capture to Drone-Based Analysis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166FE-FD22-5D86-39E8-307C41488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2124" y="1114114"/>
            <a:ext cx="4551405" cy="265471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6E95E3-CEDD-29E4-5BDC-FCF40D386395}"/>
              </a:ext>
            </a:extLst>
          </p:cNvPr>
          <p:cNvSpPr txBox="1"/>
          <p:nvPr/>
        </p:nvSpPr>
        <p:spPr>
          <a:xfrm>
            <a:off x="4973756" y="1066000"/>
            <a:ext cx="68827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Motion Capture Systems </a:t>
            </a:r>
            <a:r>
              <a:rPr lang="en-US" sz="2000" dirty="0"/>
              <a:t>(</a:t>
            </a:r>
            <a:r>
              <a:rPr lang="en-US" sz="2000" dirty="0" err="1"/>
              <a:t>MoCap</a:t>
            </a:r>
            <a:r>
              <a:rPr lang="en-US" sz="2000" dirty="0"/>
              <a:t>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 </a:t>
            </a:r>
            <a:r>
              <a:rPr lang="en-US" sz="2000" b="1" dirty="0"/>
              <a:t>multiple calibrated cameras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Work in </a:t>
            </a:r>
            <a:r>
              <a:rPr lang="en-US" sz="2000" b="1" dirty="0"/>
              <a:t>controlled environments</a:t>
            </a:r>
          </a:p>
          <a:p>
            <a:endParaRPr lang="en-US" sz="2000" b="1" dirty="0"/>
          </a:p>
          <a:p>
            <a:r>
              <a:rPr lang="en-US" sz="1400" dirty="0"/>
              <a:t>Image taken from </a:t>
            </a:r>
            <a:r>
              <a:rPr lang="en-US" sz="1400" i="1" dirty="0"/>
              <a:t>“</a:t>
            </a:r>
            <a:r>
              <a:rPr lang="en-US" sz="1400" i="1" dirty="0" err="1"/>
              <a:t>FreeMan</a:t>
            </a:r>
            <a:r>
              <a:rPr lang="en-US" sz="1400" i="1" dirty="0"/>
              <a:t>: Towards Benchmarking 3D Human Pose Estimation under Real-World Conditions” </a:t>
            </a:r>
            <a:r>
              <a:rPr lang="en-US" sz="1400" dirty="0"/>
              <a:t>[Wang et al., CVPR’24]</a:t>
            </a:r>
            <a:endParaRPr lang="en-US" sz="14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54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36329-0183-F02F-EA45-6A42F9EE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1484DA-912B-DA93-0ACF-42AAF816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9736802" cy="543697"/>
          </a:xfrm>
        </p:spPr>
        <p:txBody>
          <a:bodyPr>
            <a:normAutofit fontScale="90000"/>
          </a:bodyPr>
          <a:lstStyle/>
          <a:p>
            <a:r>
              <a:rPr lang="en-GB" dirty="0"/>
              <a:t>Introduction: </a:t>
            </a:r>
            <a:r>
              <a:rPr lang="en-US" dirty="0"/>
              <a:t>From Motion Capture to Drone-Based Analysis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02C746-0A18-9691-ABC4-4B2BD81BE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2124" y="1114114"/>
            <a:ext cx="4551405" cy="265471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0DD9D0-775D-FC63-3523-26AA751593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751" y="3637882"/>
            <a:ext cx="3260124" cy="247045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0C36EE-7A8C-78B0-A392-3AF8A7B72DE0}"/>
              </a:ext>
            </a:extLst>
          </p:cNvPr>
          <p:cNvSpPr txBox="1"/>
          <p:nvPr/>
        </p:nvSpPr>
        <p:spPr>
          <a:xfrm>
            <a:off x="4973756" y="1066000"/>
            <a:ext cx="68827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Motion Capture Systems </a:t>
            </a:r>
            <a:r>
              <a:rPr lang="en-US" sz="2000" dirty="0"/>
              <a:t>(</a:t>
            </a:r>
            <a:r>
              <a:rPr lang="en-US" sz="2000" dirty="0" err="1"/>
              <a:t>MoCap</a:t>
            </a:r>
            <a:r>
              <a:rPr lang="en-US" sz="2000" dirty="0"/>
              <a:t>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 </a:t>
            </a:r>
            <a:r>
              <a:rPr lang="en-US" sz="2000" b="1" dirty="0"/>
              <a:t>multiple calibrated cameras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Work in </a:t>
            </a:r>
            <a:r>
              <a:rPr lang="en-US" sz="2000" b="1" dirty="0"/>
              <a:t>controlled environments</a:t>
            </a:r>
          </a:p>
          <a:p>
            <a:endParaRPr lang="en-US" sz="2000" b="1" dirty="0"/>
          </a:p>
          <a:p>
            <a:r>
              <a:rPr lang="en-US" sz="1400" dirty="0"/>
              <a:t>Image taken from </a:t>
            </a:r>
            <a:r>
              <a:rPr lang="en-US" sz="1400" i="1" dirty="0"/>
              <a:t>“</a:t>
            </a:r>
            <a:r>
              <a:rPr lang="en-US" sz="1400" i="1" dirty="0" err="1"/>
              <a:t>FreeMan</a:t>
            </a:r>
            <a:r>
              <a:rPr lang="en-US" sz="1400" i="1" dirty="0"/>
              <a:t>: Towards Benchmarking 3D Human Pose Estimation under Real-World Conditions” </a:t>
            </a:r>
            <a:r>
              <a:rPr lang="en-US" sz="1400" dirty="0"/>
              <a:t>[Wang et al., CVPR’24]</a:t>
            </a:r>
            <a:endParaRPr lang="en-US" sz="1400" i="1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83924A-6BEE-9301-E09C-814640FFA993}"/>
              </a:ext>
            </a:extLst>
          </p:cNvPr>
          <p:cNvSpPr txBox="1"/>
          <p:nvPr/>
        </p:nvSpPr>
        <p:spPr>
          <a:xfrm>
            <a:off x="105355" y="3951828"/>
            <a:ext cx="83095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Outdoor sports often take place in environments where installing fixed camera systems is impractical.</a:t>
            </a:r>
          </a:p>
          <a:p>
            <a:endParaRPr lang="en-US" sz="2000" dirty="0"/>
          </a:p>
          <a:p>
            <a:r>
              <a:rPr lang="en-US" sz="2000" b="1" dirty="0"/>
              <a:t>Drone-Based Acquisition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Flexible viewpoints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Suitable for </a:t>
            </a:r>
            <a:r>
              <a:rPr lang="en-US" sz="2000" b="1" dirty="0"/>
              <a:t>outdoor sports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50533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5B4138-3611-882D-1761-E8106198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6FE076-AD5F-1018-5CAB-1B260D0D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Introduction: Thesis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380CC-F8BC-46BC-8458-16635B3FC323}"/>
              </a:ext>
            </a:extLst>
          </p:cNvPr>
          <p:cNvSpPr txBox="1"/>
          <p:nvPr/>
        </p:nvSpPr>
        <p:spPr>
          <a:xfrm>
            <a:off x="0" y="1859339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</a:t>
            </a:r>
            <a:br>
              <a:rPr lang="en-US" sz="2200" dirty="0"/>
            </a:br>
            <a:r>
              <a:rPr lang="en-US" sz="2200" dirty="0"/>
              <a:t>Limited solutions for drone-based motion capture systems in sports analysis and lack of large-scale aerial human pose estimation datasets.</a:t>
            </a:r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400" b="1" dirty="0"/>
              <a:t>Objective</a:t>
            </a:r>
            <a:br>
              <a:rPr lang="en-US" sz="2200" dirty="0"/>
            </a:br>
            <a:r>
              <a:rPr lang="en-US" sz="2200" dirty="0"/>
              <a:t>Develop a Computer Vision model for 3D human motion reconstruction from drone footage, leveraging self-supervised learning to address data scarcity.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852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79494-2108-E57E-9AE5-0FA66525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43A003-5B57-D1D8-6B3C-1F26420C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8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88B121-60B0-5EC6-671A-28E25C36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Formulation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59B662-D1E3-2B14-C37A-F47C4A36DFC9}"/>
              </a:ext>
            </a:extLst>
          </p:cNvPr>
          <p:cNvSpPr txBox="1"/>
          <p:nvPr/>
        </p:nvSpPr>
        <p:spPr>
          <a:xfrm>
            <a:off x="-1" y="1009731"/>
            <a:ext cx="12191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goal of this thesis is to estimate the 3D motion of an athlete from monocular drone footage.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260AE4-4C24-4745-C948-130986C58D6D}"/>
              </a:ext>
            </a:extLst>
          </p:cNvPr>
          <p:cNvSpPr txBox="1"/>
          <p:nvPr/>
        </p:nvSpPr>
        <p:spPr>
          <a:xfrm>
            <a:off x="1659407" y="1523503"/>
            <a:ext cx="18411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Input Video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7475B4-50E7-3B9D-F994-0293A6C9AB44}"/>
                  </a:ext>
                </a:extLst>
              </p:cNvPr>
              <p:cNvSpPr txBox="1"/>
              <p:nvPr/>
            </p:nvSpPr>
            <p:spPr>
              <a:xfrm>
                <a:off x="1465902" y="5409104"/>
                <a:ext cx="2124812" cy="6165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 algn="ctr"/>
                <a:r>
                  <a:rPr lang="en-US" sz="2000" dirty="0"/>
                  <a:t>RGB video sequence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7475B4-50E7-3B9D-F994-0293A6C9A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902" y="5409104"/>
                <a:ext cx="2124812" cy="616579"/>
              </a:xfrm>
              <a:prstGeom prst="rect">
                <a:avLst/>
              </a:prstGeom>
              <a:blipFill>
                <a:blip r:embed="rId3"/>
                <a:stretch>
                  <a:fillRect l="-6877" r="-6877" b="-24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Right 18">
            <a:extLst>
              <a:ext uri="{FF2B5EF4-FFF2-40B4-BE49-F238E27FC236}">
                <a16:creationId xmlns:a16="http://schemas.microsoft.com/office/drawing/2014/main" id="{E5609720-A421-BE4F-D4CB-BCFC3246D7B4}"/>
              </a:ext>
            </a:extLst>
          </p:cNvPr>
          <p:cNvSpPr/>
          <p:nvPr/>
        </p:nvSpPr>
        <p:spPr>
          <a:xfrm>
            <a:off x="3791372" y="3400121"/>
            <a:ext cx="986864" cy="309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29B58DBE-1BAF-DDB0-2BD6-D26AEBE1F98E}"/>
                  </a:ext>
                </a:extLst>
              </p:cNvPr>
              <p:cNvSpPr/>
              <p:nvPr/>
            </p:nvSpPr>
            <p:spPr>
              <a:xfrm>
                <a:off x="4898218" y="2892113"/>
                <a:ext cx="2178408" cy="132567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29B58DBE-1BAF-DDB0-2BD6-D26AEBE1F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218" y="2892113"/>
                <a:ext cx="2178408" cy="132567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Right 20">
            <a:extLst>
              <a:ext uri="{FF2B5EF4-FFF2-40B4-BE49-F238E27FC236}">
                <a16:creationId xmlns:a16="http://schemas.microsoft.com/office/drawing/2014/main" id="{D4A54423-51FA-A754-E50A-93F6C7EC3EF5}"/>
              </a:ext>
            </a:extLst>
          </p:cNvPr>
          <p:cNvSpPr/>
          <p:nvPr/>
        </p:nvSpPr>
        <p:spPr>
          <a:xfrm>
            <a:off x="7196608" y="3355837"/>
            <a:ext cx="986864" cy="309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53AD79-DDC7-B8E2-B741-3BC49ED93508}"/>
              </a:ext>
            </a:extLst>
          </p:cNvPr>
          <p:cNvSpPr txBox="1"/>
          <p:nvPr/>
        </p:nvSpPr>
        <p:spPr>
          <a:xfrm>
            <a:off x="8576087" y="1523503"/>
            <a:ext cx="23639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3D Pose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CCA8B7E-1B07-5A20-69A1-28C68213C959}"/>
                  </a:ext>
                </a:extLst>
              </p:cNvPr>
              <p:cNvSpPr txBox="1"/>
              <p:nvPr/>
            </p:nvSpPr>
            <p:spPr>
              <a:xfrm>
                <a:off x="4898218" y="4380941"/>
                <a:ext cx="22736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Neural network parameterized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CCA8B7E-1B07-5A20-69A1-28C68213C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218" y="4380941"/>
                <a:ext cx="2273644" cy="707886"/>
              </a:xfrm>
              <a:prstGeom prst="rect">
                <a:avLst/>
              </a:prstGeom>
              <a:blipFill>
                <a:blip r:embed="rId6"/>
                <a:stretch>
                  <a:fillRect l="-1344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32D5208-AE87-31A7-1F43-5DE2FB6D8E80}"/>
                  </a:ext>
                </a:extLst>
              </p:cNvPr>
              <p:cNvSpPr txBox="1"/>
              <p:nvPr/>
            </p:nvSpPr>
            <p:spPr>
              <a:xfrm>
                <a:off x="8553262" y="5232357"/>
                <a:ext cx="240956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 algn="ctr"/>
                <a:r>
                  <a:rPr lang="en-US" sz="2000" dirty="0"/>
                  <a:t>3D joint coordinates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32D5208-AE87-31A7-1F43-5DE2FB6D8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262" y="5232357"/>
                <a:ext cx="2409568" cy="707886"/>
              </a:xfrm>
              <a:prstGeom prst="rect">
                <a:avLst/>
              </a:prstGeom>
              <a:blipFill>
                <a:blip r:embed="rId7"/>
                <a:stretch>
                  <a:fillRect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3E58B75-A681-AC7B-CF84-309AECD486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31"/>
          <a:stretch>
            <a:fillRect/>
          </a:stretch>
        </p:blipFill>
        <p:spPr>
          <a:xfrm>
            <a:off x="1564729" y="2044176"/>
            <a:ext cx="1900009" cy="31718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A28F9C-2820-3DD7-0063-3430311273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1"/>
          <a:stretch>
            <a:fillRect/>
          </a:stretch>
        </p:blipFill>
        <p:spPr>
          <a:xfrm>
            <a:off x="8755049" y="2060532"/>
            <a:ext cx="1900010" cy="31718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076F7C2-5271-3FE6-A989-7EDFA54A3E1B}"/>
              </a:ext>
            </a:extLst>
          </p:cNvPr>
          <p:cNvSpPr/>
          <p:nvPr/>
        </p:nvSpPr>
        <p:spPr>
          <a:xfrm>
            <a:off x="1556054" y="2062327"/>
            <a:ext cx="1944509" cy="3171839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04BBB3-7655-B08A-ACD3-4D93F562D2A9}"/>
              </a:ext>
            </a:extLst>
          </p:cNvPr>
          <p:cNvCxnSpPr>
            <a:cxnSpLocks/>
          </p:cNvCxnSpPr>
          <p:nvPr/>
        </p:nvCxnSpPr>
        <p:spPr>
          <a:xfrm>
            <a:off x="8240159" y="4465529"/>
            <a:ext cx="1517887" cy="700172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B5583F1-97E1-C3F5-DED2-2DFFCA0AB6AD}"/>
              </a:ext>
            </a:extLst>
          </p:cNvPr>
          <p:cNvCxnSpPr>
            <a:cxnSpLocks/>
          </p:cNvCxnSpPr>
          <p:nvPr/>
        </p:nvCxnSpPr>
        <p:spPr>
          <a:xfrm flipV="1">
            <a:off x="9758046" y="4611844"/>
            <a:ext cx="1160232" cy="55385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10DC032-1555-9BDC-9AE6-FBD4BF5458D6}"/>
              </a:ext>
            </a:extLst>
          </p:cNvPr>
          <p:cNvCxnSpPr>
            <a:cxnSpLocks/>
          </p:cNvCxnSpPr>
          <p:nvPr/>
        </p:nvCxnSpPr>
        <p:spPr>
          <a:xfrm flipV="1">
            <a:off x="10918278" y="2044176"/>
            <a:ext cx="0" cy="256497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4044723-DD5A-1300-4B4C-E75F2F715D6F}"/>
              </a:ext>
            </a:extLst>
          </p:cNvPr>
          <p:cNvSpPr txBox="1"/>
          <p:nvPr/>
        </p:nvSpPr>
        <p:spPr>
          <a:xfrm>
            <a:off x="8532626" y="4688717"/>
            <a:ext cx="444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Z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1B842F-8C7E-69B6-6274-F7D77A1747CB}"/>
              </a:ext>
            </a:extLst>
          </p:cNvPr>
          <p:cNvSpPr txBox="1"/>
          <p:nvPr/>
        </p:nvSpPr>
        <p:spPr>
          <a:xfrm>
            <a:off x="10346562" y="4846467"/>
            <a:ext cx="308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6EE461-57E9-4DE0-EB44-AA60C05A4CE8}"/>
              </a:ext>
            </a:extLst>
          </p:cNvPr>
          <p:cNvSpPr txBox="1"/>
          <p:nvPr/>
        </p:nvSpPr>
        <p:spPr>
          <a:xfrm>
            <a:off x="11049426" y="2988457"/>
            <a:ext cx="226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281204-EE8F-0D3B-28A2-346243E41D48}"/>
                  </a:ext>
                </a:extLst>
              </p:cNvPr>
              <p:cNvSpPr txBox="1"/>
              <p:nvPr/>
            </p:nvSpPr>
            <p:spPr>
              <a:xfrm>
                <a:off x="5312373" y="2264614"/>
                <a:ext cx="156724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</m:oMath>
                </a14:m>
                <a:endParaRPr lang="en-US" sz="22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281204-EE8F-0D3B-28A2-346243E41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373" y="2264614"/>
                <a:ext cx="1567249" cy="707886"/>
              </a:xfrm>
              <a:prstGeom prst="rect">
                <a:avLst/>
              </a:prstGeom>
              <a:blipFill>
                <a:blip r:embed="rId9"/>
                <a:stretch>
                  <a:fillRect l="-5039" t="-5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876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F402C-C68E-FDD3-E02B-BB94A347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9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9F3C8E-F4C7-44D7-C027-10A29D06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Formulation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2D033A-2DCC-0C63-9A24-C4BBF60D3882}"/>
              </a:ext>
            </a:extLst>
          </p:cNvPr>
          <p:cNvCxnSpPr>
            <a:cxnSpLocks/>
          </p:cNvCxnSpPr>
          <p:nvPr/>
        </p:nvCxnSpPr>
        <p:spPr>
          <a:xfrm>
            <a:off x="7828039" y="3583459"/>
            <a:ext cx="2347783" cy="95764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90BB26-4EE7-2A2E-C07A-D79A0EF5C03A}"/>
              </a:ext>
            </a:extLst>
          </p:cNvPr>
          <p:cNvCxnSpPr>
            <a:cxnSpLocks/>
          </p:cNvCxnSpPr>
          <p:nvPr/>
        </p:nvCxnSpPr>
        <p:spPr>
          <a:xfrm flipV="1">
            <a:off x="10175822" y="3268362"/>
            <a:ext cx="1589579" cy="127274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69ADDF-1D1D-8F35-C2C3-7E3E886C0129}"/>
              </a:ext>
            </a:extLst>
          </p:cNvPr>
          <p:cNvCxnSpPr>
            <a:cxnSpLocks/>
          </p:cNvCxnSpPr>
          <p:nvPr/>
        </p:nvCxnSpPr>
        <p:spPr>
          <a:xfrm flipV="1">
            <a:off x="11759222" y="1198606"/>
            <a:ext cx="0" cy="20697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359B601-965E-69EB-E988-788B7DB6788C}"/>
              </a:ext>
            </a:extLst>
          </p:cNvPr>
          <p:cNvCxnSpPr>
            <a:cxnSpLocks/>
          </p:cNvCxnSpPr>
          <p:nvPr/>
        </p:nvCxnSpPr>
        <p:spPr>
          <a:xfrm flipV="1">
            <a:off x="7828039" y="2391032"/>
            <a:ext cx="1684315" cy="11924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B04C54-E4E9-C906-FD83-703E6ED4A5AA}"/>
              </a:ext>
            </a:extLst>
          </p:cNvPr>
          <p:cNvCxnSpPr>
            <a:cxnSpLocks/>
          </p:cNvCxnSpPr>
          <p:nvPr/>
        </p:nvCxnSpPr>
        <p:spPr>
          <a:xfrm>
            <a:off x="9518532" y="2391032"/>
            <a:ext cx="2240690" cy="87733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C52B77-9D5B-B541-0875-5BB7234A160D}"/>
              </a:ext>
            </a:extLst>
          </p:cNvPr>
          <p:cNvCxnSpPr>
            <a:cxnSpLocks/>
          </p:cNvCxnSpPr>
          <p:nvPr/>
        </p:nvCxnSpPr>
        <p:spPr>
          <a:xfrm flipV="1">
            <a:off x="9512354" y="1025610"/>
            <a:ext cx="0" cy="136542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0E52AC6-94A9-FB4A-1618-C7AB7ABF683D}"/>
              </a:ext>
            </a:extLst>
          </p:cNvPr>
          <p:cNvSpPr txBox="1"/>
          <p:nvPr/>
        </p:nvSpPr>
        <p:spPr>
          <a:xfrm>
            <a:off x="8436323" y="3902240"/>
            <a:ext cx="444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Z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46F8465-FE31-1B0A-2407-8189E99A6901}"/>
              </a:ext>
            </a:extLst>
          </p:cNvPr>
          <p:cNvSpPr txBox="1"/>
          <p:nvPr/>
        </p:nvSpPr>
        <p:spPr>
          <a:xfrm>
            <a:off x="11074700" y="3812745"/>
            <a:ext cx="308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F1E82F3-FE38-D26E-25CC-A670A36B07C4}"/>
              </a:ext>
            </a:extLst>
          </p:cNvPr>
          <p:cNvSpPr txBox="1"/>
          <p:nvPr/>
        </p:nvSpPr>
        <p:spPr>
          <a:xfrm>
            <a:off x="11753044" y="2033429"/>
            <a:ext cx="226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B26693-6805-6AD8-A277-FFF0C0331691}"/>
                  </a:ext>
                </a:extLst>
              </p:cNvPr>
              <p:cNvSpPr txBox="1"/>
              <p:nvPr/>
            </p:nvSpPr>
            <p:spPr>
              <a:xfrm>
                <a:off x="1923069" y="2233484"/>
                <a:ext cx="3659848" cy="900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𝑀𝑃𝐽𝑃𝐸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𝐺𝑇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B26693-6805-6AD8-A277-FFF0C0331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069" y="2233484"/>
                <a:ext cx="3659848" cy="9003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EFDD28D-7221-FAAF-1DA1-2B68DEBD875E}"/>
              </a:ext>
            </a:extLst>
          </p:cNvPr>
          <p:cNvSpPr txBox="1"/>
          <p:nvPr/>
        </p:nvSpPr>
        <p:spPr>
          <a:xfrm>
            <a:off x="0" y="1006622"/>
            <a:ext cx="7323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learning objective is to minimize the discrepancy between predicted and ground-truth joint positions with the </a:t>
            </a:r>
            <a:r>
              <a:rPr lang="en-US" sz="2200" b="1" dirty="0"/>
              <a:t>Mean Per Joint Position Error </a:t>
            </a:r>
            <a:r>
              <a:rPr lang="en-US" sz="2200" dirty="0"/>
              <a:t>metric:</a:t>
            </a:r>
          </a:p>
        </p:txBody>
      </p:sp>
    </p:spTree>
    <p:extLst>
      <p:ext uri="{BB962C8B-B14F-4D97-AF65-F5344CB8AC3E}">
        <p14:creationId xmlns:p14="http://schemas.microsoft.com/office/powerpoint/2010/main" val="162858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D4A1F-FEC0-42F5-029F-F204F598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BA404A-89E0-4002-6969-D636B48C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10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0E006D-0F06-F05D-488F-336DAFA8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Formulation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CFA908-26EC-28F8-ACEF-BE8F2D5868F7}"/>
              </a:ext>
            </a:extLst>
          </p:cNvPr>
          <p:cNvCxnSpPr>
            <a:cxnSpLocks/>
          </p:cNvCxnSpPr>
          <p:nvPr/>
        </p:nvCxnSpPr>
        <p:spPr>
          <a:xfrm>
            <a:off x="7828039" y="3583459"/>
            <a:ext cx="2347783" cy="95764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EB4FC6-AE82-8B1B-C30E-3F90E53819C6}"/>
              </a:ext>
            </a:extLst>
          </p:cNvPr>
          <p:cNvCxnSpPr>
            <a:cxnSpLocks/>
          </p:cNvCxnSpPr>
          <p:nvPr/>
        </p:nvCxnSpPr>
        <p:spPr>
          <a:xfrm flipV="1">
            <a:off x="10175822" y="3268362"/>
            <a:ext cx="1589579" cy="127274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95CDE2A-3188-BF02-7E2C-A74206F2961B}"/>
              </a:ext>
            </a:extLst>
          </p:cNvPr>
          <p:cNvCxnSpPr>
            <a:cxnSpLocks/>
          </p:cNvCxnSpPr>
          <p:nvPr/>
        </p:nvCxnSpPr>
        <p:spPr>
          <a:xfrm flipV="1">
            <a:off x="11759222" y="1198606"/>
            <a:ext cx="0" cy="20697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D6092F7-5C29-54F8-178C-E2FEB94E4B1A}"/>
              </a:ext>
            </a:extLst>
          </p:cNvPr>
          <p:cNvCxnSpPr>
            <a:cxnSpLocks/>
          </p:cNvCxnSpPr>
          <p:nvPr/>
        </p:nvCxnSpPr>
        <p:spPr>
          <a:xfrm flipV="1">
            <a:off x="7828039" y="2391032"/>
            <a:ext cx="1684315" cy="11924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833F4C-EA24-ECFC-5905-B8796EAE2697}"/>
              </a:ext>
            </a:extLst>
          </p:cNvPr>
          <p:cNvCxnSpPr>
            <a:cxnSpLocks/>
          </p:cNvCxnSpPr>
          <p:nvPr/>
        </p:nvCxnSpPr>
        <p:spPr>
          <a:xfrm>
            <a:off x="9518532" y="2391032"/>
            <a:ext cx="2240690" cy="87733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9839B6-63E3-1820-1412-9E5DFF53C908}"/>
              </a:ext>
            </a:extLst>
          </p:cNvPr>
          <p:cNvCxnSpPr>
            <a:cxnSpLocks/>
          </p:cNvCxnSpPr>
          <p:nvPr/>
        </p:nvCxnSpPr>
        <p:spPr>
          <a:xfrm flipV="1">
            <a:off x="9512354" y="1025610"/>
            <a:ext cx="0" cy="136542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A1643AAA-A7DD-F35E-5C49-43056EBBAA50}"/>
              </a:ext>
            </a:extLst>
          </p:cNvPr>
          <p:cNvSpPr/>
          <p:nvPr/>
        </p:nvSpPr>
        <p:spPr>
          <a:xfrm rot="20899828">
            <a:off x="8926124" y="3136527"/>
            <a:ext cx="345984" cy="327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8FE7135-0815-6C25-561F-54A5F60B5FE5}"/>
              </a:ext>
            </a:extLst>
          </p:cNvPr>
          <p:cNvSpPr txBox="1"/>
          <p:nvPr/>
        </p:nvSpPr>
        <p:spPr>
          <a:xfrm>
            <a:off x="7226182" y="2477695"/>
            <a:ext cx="1453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Predicted</a:t>
            </a:r>
            <a:br>
              <a:rPr lang="en-US" sz="2000" b="1" dirty="0">
                <a:solidFill>
                  <a:schemeClr val="accent1"/>
                </a:solidFill>
              </a:rPr>
            </a:br>
            <a:r>
              <a:rPr lang="en-US" sz="2000" b="1" dirty="0">
                <a:solidFill>
                  <a:schemeClr val="accent1"/>
                </a:solidFill>
              </a:rPr>
              <a:t>Keypoint P1</a:t>
            </a:r>
          </a:p>
        </p:txBody>
      </p:sp>
      <p:cxnSp>
        <p:nvCxnSpPr>
          <p:cNvPr id="102" name="Connector: Curved 101">
            <a:extLst>
              <a:ext uri="{FF2B5EF4-FFF2-40B4-BE49-F238E27FC236}">
                <a16:creationId xmlns:a16="http://schemas.microsoft.com/office/drawing/2014/main" id="{772E2A77-EF58-DF7B-E6BD-5BA23A998CCB}"/>
              </a:ext>
            </a:extLst>
          </p:cNvPr>
          <p:cNvCxnSpPr>
            <a:cxnSpLocks/>
            <a:stCxn id="100" idx="2"/>
          </p:cNvCxnSpPr>
          <p:nvPr/>
        </p:nvCxnSpPr>
        <p:spPr>
          <a:xfrm rot="16200000" flipH="1">
            <a:off x="8356061" y="2782642"/>
            <a:ext cx="122166" cy="928044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BFDF57DE-3FAF-A403-3206-1ED4623C2F97}"/>
              </a:ext>
            </a:extLst>
          </p:cNvPr>
          <p:cNvSpPr txBox="1"/>
          <p:nvPr/>
        </p:nvSpPr>
        <p:spPr>
          <a:xfrm>
            <a:off x="8436323" y="3902240"/>
            <a:ext cx="444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Z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357D014-A0D4-4C37-ECD7-037704AB24CD}"/>
              </a:ext>
            </a:extLst>
          </p:cNvPr>
          <p:cNvSpPr txBox="1"/>
          <p:nvPr/>
        </p:nvSpPr>
        <p:spPr>
          <a:xfrm>
            <a:off x="11074700" y="3812745"/>
            <a:ext cx="308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EC23F1D-CA40-8556-FDAC-6251A05A432A}"/>
              </a:ext>
            </a:extLst>
          </p:cNvPr>
          <p:cNvSpPr txBox="1"/>
          <p:nvPr/>
        </p:nvSpPr>
        <p:spPr>
          <a:xfrm>
            <a:off x="11753044" y="2033429"/>
            <a:ext cx="226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5BE10AD-D1FD-6ABC-4357-CBD7F28AD970}"/>
                  </a:ext>
                </a:extLst>
              </p:cNvPr>
              <p:cNvSpPr txBox="1"/>
              <p:nvPr/>
            </p:nvSpPr>
            <p:spPr>
              <a:xfrm>
                <a:off x="7437029" y="1351430"/>
                <a:ext cx="20141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/>
                    </a:solidFill>
                  </a:rPr>
                  <a:t>P1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5BE10AD-D1FD-6ABC-4357-CBD7F28AD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29" y="1351430"/>
                <a:ext cx="2014151" cy="400110"/>
              </a:xfrm>
              <a:prstGeom prst="rect">
                <a:avLst/>
              </a:prstGeom>
              <a:blipFill>
                <a:blip r:embed="rId3"/>
                <a:stretch>
                  <a:fillRect l="-3333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33F0E0-9538-A3D3-5736-0B0D0B5A13A7}"/>
                  </a:ext>
                </a:extLst>
              </p:cNvPr>
              <p:cNvSpPr txBox="1"/>
              <p:nvPr/>
            </p:nvSpPr>
            <p:spPr>
              <a:xfrm>
                <a:off x="1923069" y="2233484"/>
                <a:ext cx="3659848" cy="900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𝑀𝑃𝐽𝑃𝐸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𝐺𝑇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33F0E0-9538-A3D3-5736-0B0D0B5A1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069" y="2233484"/>
                <a:ext cx="3659848" cy="9003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2EF9AAA-721D-F9C1-646B-A19156796062}"/>
              </a:ext>
            </a:extLst>
          </p:cNvPr>
          <p:cNvSpPr txBox="1"/>
          <p:nvPr/>
        </p:nvSpPr>
        <p:spPr>
          <a:xfrm>
            <a:off x="0" y="1006622"/>
            <a:ext cx="7323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learning objective is to minimize the discrepancy between predicted and ground-truth joint positions with the </a:t>
            </a:r>
            <a:r>
              <a:rPr lang="en-US" sz="2200" b="1" dirty="0"/>
              <a:t>Mean Per Joint Position Error </a:t>
            </a:r>
            <a:r>
              <a:rPr lang="en-US" sz="2200" dirty="0"/>
              <a:t>metric:</a:t>
            </a:r>
          </a:p>
        </p:txBody>
      </p:sp>
    </p:spTree>
    <p:extLst>
      <p:ext uri="{BB962C8B-B14F-4D97-AF65-F5344CB8AC3E}">
        <p14:creationId xmlns:p14="http://schemas.microsoft.com/office/powerpoint/2010/main" val="1358173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A7CB8-4512-DBBF-EA5B-6D934F037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D6C5D4-E206-46B1-B176-8F84EE1B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11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3234FB-ABB9-5CC1-8BCA-1949C538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Formulation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4048D8-F26D-9734-6F6A-0EB3838C8B68}"/>
              </a:ext>
            </a:extLst>
          </p:cNvPr>
          <p:cNvCxnSpPr>
            <a:cxnSpLocks/>
          </p:cNvCxnSpPr>
          <p:nvPr/>
        </p:nvCxnSpPr>
        <p:spPr>
          <a:xfrm>
            <a:off x="7828039" y="3583459"/>
            <a:ext cx="2347783" cy="95764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90878B-37FF-0C3A-BB9C-B18A433BDFBF}"/>
              </a:ext>
            </a:extLst>
          </p:cNvPr>
          <p:cNvCxnSpPr>
            <a:cxnSpLocks/>
          </p:cNvCxnSpPr>
          <p:nvPr/>
        </p:nvCxnSpPr>
        <p:spPr>
          <a:xfrm flipV="1">
            <a:off x="10175822" y="3268362"/>
            <a:ext cx="1589579" cy="127274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29DCC4-9F87-165B-8F29-3775FFD30512}"/>
              </a:ext>
            </a:extLst>
          </p:cNvPr>
          <p:cNvCxnSpPr>
            <a:cxnSpLocks/>
          </p:cNvCxnSpPr>
          <p:nvPr/>
        </p:nvCxnSpPr>
        <p:spPr>
          <a:xfrm flipV="1">
            <a:off x="11759222" y="1198606"/>
            <a:ext cx="0" cy="20697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E7810E-ABC4-89EA-39E9-5EDD9D82D939}"/>
              </a:ext>
            </a:extLst>
          </p:cNvPr>
          <p:cNvCxnSpPr>
            <a:cxnSpLocks/>
          </p:cNvCxnSpPr>
          <p:nvPr/>
        </p:nvCxnSpPr>
        <p:spPr>
          <a:xfrm flipV="1">
            <a:off x="7828039" y="2391032"/>
            <a:ext cx="1684315" cy="11924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A85452-0E03-416F-6361-F2150CB0B105}"/>
              </a:ext>
            </a:extLst>
          </p:cNvPr>
          <p:cNvCxnSpPr>
            <a:cxnSpLocks/>
          </p:cNvCxnSpPr>
          <p:nvPr/>
        </p:nvCxnSpPr>
        <p:spPr>
          <a:xfrm>
            <a:off x="9518532" y="2391032"/>
            <a:ext cx="2240690" cy="87733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56537CC-7986-ED76-F15D-C3BA3459A8D2}"/>
              </a:ext>
            </a:extLst>
          </p:cNvPr>
          <p:cNvCxnSpPr>
            <a:cxnSpLocks/>
          </p:cNvCxnSpPr>
          <p:nvPr/>
        </p:nvCxnSpPr>
        <p:spPr>
          <a:xfrm flipV="1">
            <a:off x="9512354" y="1025610"/>
            <a:ext cx="0" cy="136542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12276231-34B7-405A-B8BA-157317E2B06F}"/>
              </a:ext>
            </a:extLst>
          </p:cNvPr>
          <p:cNvSpPr/>
          <p:nvPr/>
        </p:nvSpPr>
        <p:spPr>
          <a:xfrm rot="20899828">
            <a:off x="8926124" y="3136527"/>
            <a:ext cx="345984" cy="327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2432196-59DA-4B60-4CFE-80A07BFA74A9}"/>
              </a:ext>
            </a:extLst>
          </p:cNvPr>
          <p:cNvSpPr/>
          <p:nvPr/>
        </p:nvSpPr>
        <p:spPr>
          <a:xfrm rot="20899828">
            <a:off x="10688431" y="1938920"/>
            <a:ext cx="345984" cy="3274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E9A3E36-6AAD-E7E8-BAB6-FAFFE9CBD388}"/>
              </a:ext>
            </a:extLst>
          </p:cNvPr>
          <p:cNvSpPr txBox="1"/>
          <p:nvPr/>
        </p:nvSpPr>
        <p:spPr>
          <a:xfrm>
            <a:off x="9848584" y="1101760"/>
            <a:ext cx="2025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Ground-Truth Keypoint P2</a:t>
            </a:r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7684CC8A-3067-11E9-9AFF-A93E4DB8D933}"/>
              </a:ext>
            </a:extLst>
          </p:cNvPr>
          <p:cNvCxnSpPr>
            <a:cxnSpLocks/>
          </p:cNvCxnSpPr>
          <p:nvPr/>
        </p:nvCxnSpPr>
        <p:spPr>
          <a:xfrm>
            <a:off x="10315542" y="1791993"/>
            <a:ext cx="323337" cy="306040"/>
          </a:xfrm>
          <a:prstGeom prst="curvedConnector3">
            <a:avLst>
              <a:gd name="adj1" fmla="val -11146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0459FCDD-A29C-39D6-4C83-9D2661BE2BAE}"/>
              </a:ext>
            </a:extLst>
          </p:cNvPr>
          <p:cNvSpPr txBox="1"/>
          <p:nvPr/>
        </p:nvSpPr>
        <p:spPr>
          <a:xfrm>
            <a:off x="7226182" y="2477695"/>
            <a:ext cx="1453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Predicted</a:t>
            </a:r>
            <a:br>
              <a:rPr lang="en-US" sz="2000" b="1" dirty="0">
                <a:solidFill>
                  <a:schemeClr val="accent1"/>
                </a:solidFill>
              </a:rPr>
            </a:br>
            <a:r>
              <a:rPr lang="en-US" sz="2000" b="1" dirty="0">
                <a:solidFill>
                  <a:schemeClr val="accent1"/>
                </a:solidFill>
              </a:rPr>
              <a:t>Keypoint P1</a:t>
            </a:r>
          </a:p>
        </p:txBody>
      </p:sp>
      <p:cxnSp>
        <p:nvCxnSpPr>
          <p:cNvPr id="102" name="Connector: Curved 101">
            <a:extLst>
              <a:ext uri="{FF2B5EF4-FFF2-40B4-BE49-F238E27FC236}">
                <a16:creationId xmlns:a16="http://schemas.microsoft.com/office/drawing/2014/main" id="{BF6F53AD-7C56-A23A-C664-708A37117B24}"/>
              </a:ext>
            </a:extLst>
          </p:cNvPr>
          <p:cNvCxnSpPr>
            <a:cxnSpLocks/>
            <a:stCxn id="100" idx="2"/>
          </p:cNvCxnSpPr>
          <p:nvPr/>
        </p:nvCxnSpPr>
        <p:spPr>
          <a:xfrm rot="16200000" flipH="1">
            <a:off x="8356061" y="2782642"/>
            <a:ext cx="122166" cy="928044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121C46B-A5B0-A20E-F053-E6FE7310DDD9}"/>
              </a:ext>
            </a:extLst>
          </p:cNvPr>
          <p:cNvSpPr txBox="1"/>
          <p:nvPr/>
        </p:nvSpPr>
        <p:spPr>
          <a:xfrm>
            <a:off x="8436323" y="3902240"/>
            <a:ext cx="444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Z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358FCD3-C875-36E8-918E-615E9A44D305}"/>
              </a:ext>
            </a:extLst>
          </p:cNvPr>
          <p:cNvSpPr txBox="1"/>
          <p:nvPr/>
        </p:nvSpPr>
        <p:spPr>
          <a:xfrm>
            <a:off x="11074700" y="3812745"/>
            <a:ext cx="308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663D2C8-0D34-C7EF-A811-7E2A90A1BF5F}"/>
              </a:ext>
            </a:extLst>
          </p:cNvPr>
          <p:cNvSpPr txBox="1"/>
          <p:nvPr/>
        </p:nvSpPr>
        <p:spPr>
          <a:xfrm>
            <a:off x="11753044" y="2033429"/>
            <a:ext cx="226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D33C11-F85F-C47F-9E4E-44015AD64FDE}"/>
                  </a:ext>
                </a:extLst>
              </p:cNvPr>
              <p:cNvSpPr txBox="1"/>
              <p:nvPr/>
            </p:nvSpPr>
            <p:spPr>
              <a:xfrm>
                <a:off x="7437029" y="1351430"/>
                <a:ext cx="20141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/>
                    </a:solidFill>
                  </a:rPr>
                  <a:t>P1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8D33C11-F85F-C47F-9E4E-44015AD64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29" y="1351430"/>
                <a:ext cx="2014151" cy="400110"/>
              </a:xfrm>
              <a:prstGeom prst="rect">
                <a:avLst/>
              </a:prstGeom>
              <a:blipFill>
                <a:blip r:embed="rId3"/>
                <a:stretch>
                  <a:fillRect l="-3333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F6ADAC-01D6-8CCE-ACBA-F70DFB2D4C91}"/>
                  </a:ext>
                </a:extLst>
              </p:cNvPr>
              <p:cNvSpPr txBox="1"/>
              <p:nvPr/>
            </p:nvSpPr>
            <p:spPr>
              <a:xfrm>
                <a:off x="1923069" y="2233484"/>
                <a:ext cx="3659848" cy="900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𝑀𝑃𝐽𝑃𝐸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𝐺𝑇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F6ADAC-01D6-8CCE-ACBA-F70DFB2D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069" y="2233484"/>
                <a:ext cx="3659848" cy="9003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A5FE63B-B5D0-32EC-3257-A0B92C312215}"/>
              </a:ext>
            </a:extLst>
          </p:cNvPr>
          <p:cNvSpPr txBox="1"/>
          <p:nvPr/>
        </p:nvSpPr>
        <p:spPr>
          <a:xfrm>
            <a:off x="0" y="1006622"/>
            <a:ext cx="7323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learning objective is to minimize the discrepancy between predicted and ground-truth joint positions with the </a:t>
            </a:r>
            <a:r>
              <a:rPr lang="en-US" sz="2200" b="1" dirty="0"/>
              <a:t>Mean Per Joint Position Error </a:t>
            </a:r>
            <a:r>
              <a:rPr lang="en-US" sz="2200" dirty="0"/>
              <a:t>metric: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EFA424-6D77-BF93-B3AA-4B9B735A22CE}"/>
                  </a:ext>
                </a:extLst>
              </p:cNvPr>
              <p:cNvSpPr txBox="1"/>
              <p:nvPr/>
            </p:nvSpPr>
            <p:spPr>
              <a:xfrm>
                <a:off x="7437029" y="1678591"/>
                <a:ext cx="201415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P2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EFA424-6D77-BF93-B3AA-4B9B735A2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29" y="1678591"/>
                <a:ext cx="2014151" cy="400110"/>
              </a:xfrm>
              <a:prstGeom prst="rect">
                <a:avLst/>
              </a:prstGeom>
              <a:blipFill>
                <a:blip r:embed="rId5"/>
                <a:stretch>
                  <a:fillRect l="-333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28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5542C-F672-DDA8-F6E5-575192E3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7F7A6D-82D0-2774-C181-4B11FD6F8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12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AAE7D8-A05B-17C6-2A7F-3B659182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Formulation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0944B3-BEEB-A6A6-CBF2-CF24A1014D55}"/>
              </a:ext>
            </a:extLst>
          </p:cNvPr>
          <p:cNvCxnSpPr>
            <a:cxnSpLocks/>
          </p:cNvCxnSpPr>
          <p:nvPr/>
        </p:nvCxnSpPr>
        <p:spPr>
          <a:xfrm>
            <a:off x="7828039" y="3583459"/>
            <a:ext cx="2347783" cy="95764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D9FE80-9934-53BC-697F-37824F671CD1}"/>
              </a:ext>
            </a:extLst>
          </p:cNvPr>
          <p:cNvCxnSpPr>
            <a:cxnSpLocks/>
          </p:cNvCxnSpPr>
          <p:nvPr/>
        </p:nvCxnSpPr>
        <p:spPr>
          <a:xfrm flipV="1">
            <a:off x="10175822" y="3268362"/>
            <a:ext cx="1589579" cy="127274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DAEEFF7-4627-FE6B-1C7B-033056FBCC4A}"/>
              </a:ext>
            </a:extLst>
          </p:cNvPr>
          <p:cNvCxnSpPr>
            <a:cxnSpLocks/>
          </p:cNvCxnSpPr>
          <p:nvPr/>
        </p:nvCxnSpPr>
        <p:spPr>
          <a:xfrm flipV="1">
            <a:off x="11759222" y="1198606"/>
            <a:ext cx="0" cy="20697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9ADF2BB-8D74-0C83-4E7C-F9B19F743609}"/>
              </a:ext>
            </a:extLst>
          </p:cNvPr>
          <p:cNvCxnSpPr>
            <a:cxnSpLocks/>
          </p:cNvCxnSpPr>
          <p:nvPr/>
        </p:nvCxnSpPr>
        <p:spPr>
          <a:xfrm flipV="1">
            <a:off x="7828039" y="2391032"/>
            <a:ext cx="1684315" cy="11924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B47B590-B440-A81A-06F1-8E1D580A23ED}"/>
              </a:ext>
            </a:extLst>
          </p:cNvPr>
          <p:cNvCxnSpPr>
            <a:cxnSpLocks/>
          </p:cNvCxnSpPr>
          <p:nvPr/>
        </p:nvCxnSpPr>
        <p:spPr>
          <a:xfrm>
            <a:off x="9518532" y="2391032"/>
            <a:ext cx="2240690" cy="87733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92E44AD-1F3A-CC23-2BEA-5F8DA9667581}"/>
              </a:ext>
            </a:extLst>
          </p:cNvPr>
          <p:cNvCxnSpPr>
            <a:cxnSpLocks/>
          </p:cNvCxnSpPr>
          <p:nvPr/>
        </p:nvCxnSpPr>
        <p:spPr>
          <a:xfrm flipV="1">
            <a:off x="9512354" y="1025610"/>
            <a:ext cx="0" cy="136542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FC8D4B22-F5AF-6034-FCEA-EFB158969FC6}"/>
              </a:ext>
            </a:extLst>
          </p:cNvPr>
          <p:cNvSpPr/>
          <p:nvPr/>
        </p:nvSpPr>
        <p:spPr>
          <a:xfrm rot="20899828">
            <a:off x="8926124" y="3136527"/>
            <a:ext cx="345984" cy="327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3EA947C-C94E-02D4-667E-5F72918BBC07}"/>
              </a:ext>
            </a:extLst>
          </p:cNvPr>
          <p:cNvSpPr/>
          <p:nvPr/>
        </p:nvSpPr>
        <p:spPr>
          <a:xfrm rot="20899828">
            <a:off x="10688431" y="1938920"/>
            <a:ext cx="345984" cy="3274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D758B4FC-3975-28FA-F7A3-24A0FD94F528}"/>
              </a:ext>
            </a:extLst>
          </p:cNvPr>
          <p:cNvSpPr/>
          <p:nvPr/>
        </p:nvSpPr>
        <p:spPr>
          <a:xfrm rot="14132823">
            <a:off x="9845883" y="1863621"/>
            <a:ext cx="302741" cy="1675659"/>
          </a:xfrm>
          <a:prstGeom prst="up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4AD76D6-72B7-E6A5-7A64-237C304AB9B9}"/>
              </a:ext>
            </a:extLst>
          </p:cNvPr>
          <p:cNvSpPr txBox="1"/>
          <p:nvPr/>
        </p:nvSpPr>
        <p:spPr>
          <a:xfrm>
            <a:off x="9848584" y="1101760"/>
            <a:ext cx="2025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Ground-Truth Keypoint P2</a:t>
            </a:r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D79BC8C9-3112-3672-8D44-6DEF12B24628}"/>
              </a:ext>
            </a:extLst>
          </p:cNvPr>
          <p:cNvCxnSpPr>
            <a:cxnSpLocks/>
          </p:cNvCxnSpPr>
          <p:nvPr/>
        </p:nvCxnSpPr>
        <p:spPr>
          <a:xfrm>
            <a:off x="10315542" y="1791993"/>
            <a:ext cx="323337" cy="306040"/>
          </a:xfrm>
          <a:prstGeom prst="curvedConnector3">
            <a:avLst>
              <a:gd name="adj1" fmla="val -11146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2D50F37-2238-F4FA-7A3C-99A754552CA1}"/>
              </a:ext>
            </a:extLst>
          </p:cNvPr>
          <p:cNvSpPr txBox="1"/>
          <p:nvPr/>
        </p:nvSpPr>
        <p:spPr>
          <a:xfrm>
            <a:off x="7226182" y="2477695"/>
            <a:ext cx="1453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Predicted</a:t>
            </a:r>
            <a:br>
              <a:rPr lang="en-US" sz="2000" b="1" dirty="0">
                <a:solidFill>
                  <a:schemeClr val="accent1"/>
                </a:solidFill>
              </a:rPr>
            </a:br>
            <a:r>
              <a:rPr lang="en-US" sz="2000" b="1" dirty="0">
                <a:solidFill>
                  <a:schemeClr val="accent1"/>
                </a:solidFill>
              </a:rPr>
              <a:t>Keypoint P1</a:t>
            </a:r>
          </a:p>
        </p:txBody>
      </p:sp>
      <p:cxnSp>
        <p:nvCxnSpPr>
          <p:cNvPr id="102" name="Connector: Curved 101">
            <a:extLst>
              <a:ext uri="{FF2B5EF4-FFF2-40B4-BE49-F238E27FC236}">
                <a16:creationId xmlns:a16="http://schemas.microsoft.com/office/drawing/2014/main" id="{AD44E77C-697F-FB80-8308-B79F960EAFD4}"/>
              </a:ext>
            </a:extLst>
          </p:cNvPr>
          <p:cNvCxnSpPr>
            <a:cxnSpLocks/>
            <a:stCxn id="100" idx="2"/>
          </p:cNvCxnSpPr>
          <p:nvPr/>
        </p:nvCxnSpPr>
        <p:spPr>
          <a:xfrm rot="16200000" flipH="1">
            <a:off x="8356061" y="2782642"/>
            <a:ext cx="122166" cy="928044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154A4245-BBBD-2D23-3A1F-30B975859D9B}"/>
              </a:ext>
            </a:extLst>
          </p:cNvPr>
          <p:cNvSpPr txBox="1"/>
          <p:nvPr/>
        </p:nvSpPr>
        <p:spPr>
          <a:xfrm>
            <a:off x="9416274" y="3262576"/>
            <a:ext cx="2329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Error to minimize</a:t>
            </a:r>
          </a:p>
        </p:txBody>
      </p:sp>
      <p:cxnSp>
        <p:nvCxnSpPr>
          <p:cNvPr id="106" name="Connector: Curved 105">
            <a:extLst>
              <a:ext uri="{FF2B5EF4-FFF2-40B4-BE49-F238E27FC236}">
                <a16:creationId xmlns:a16="http://schemas.microsoft.com/office/drawing/2014/main" id="{94349893-B3B0-7B70-942A-8FFB0D621C88}"/>
              </a:ext>
            </a:extLst>
          </p:cNvPr>
          <p:cNvCxnSpPr>
            <a:stCxn id="104" idx="0"/>
          </p:cNvCxnSpPr>
          <p:nvPr/>
        </p:nvCxnSpPr>
        <p:spPr>
          <a:xfrm rot="16200000" flipV="1">
            <a:off x="10161921" y="2843599"/>
            <a:ext cx="432879" cy="405076"/>
          </a:xfrm>
          <a:prstGeom prst="curvedConnector3">
            <a:avLst>
              <a:gd name="adj1" fmla="val 47146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0239292-7812-2012-0405-F4ACACC778E8}"/>
              </a:ext>
            </a:extLst>
          </p:cNvPr>
          <p:cNvSpPr txBox="1"/>
          <p:nvPr/>
        </p:nvSpPr>
        <p:spPr>
          <a:xfrm>
            <a:off x="8436323" y="3902240"/>
            <a:ext cx="444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Z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57EDCA9-325C-95E4-BE0D-41970B592D81}"/>
              </a:ext>
            </a:extLst>
          </p:cNvPr>
          <p:cNvSpPr txBox="1"/>
          <p:nvPr/>
        </p:nvSpPr>
        <p:spPr>
          <a:xfrm>
            <a:off x="11074700" y="3812745"/>
            <a:ext cx="308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F56CC52-3A60-4112-D748-FFC39562EC50}"/>
              </a:ext>
            </a:extLst>
          </p:cNvPr>
          <p:cNvSpPr txBox="1"/>
          <p:nvPr/>
        </p:nvSpPr>
        <p:spPr>
          <a:xfrm>
            <a:off x="11753044" y="2033429"/>
            <a:ext cx="226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ADFAC22-7ECA-31FE-A29A-A1C4FB8EB424}"/>
                  </a:ext>
                </a:extLst>
              </p:cNvPr>
              <p:cNvSpPr txBox="1"/>
              <p:nvPr/>
            </p:nvSpPr>
            <p:spPr>
              <a:xfrm>
                <a:off x="7437029" y="1351430"/>
                <a:ext cx="20141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/>
                    </a:solidFill>
                  </a:rPr>
                  <a:t>P1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ADFAC22-7ECA-31FE-A29A-A1C4FB8EB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29" y="1351430"/>
                <a:ext cx="2014151" cy="400110"/>
              </a:xfrm>
              <a:prstGeom prst="rect">
                <a:avLst/>
              </a:prstGeom>
              <a:blipFill>
                <a:blip r:embed="rId3"/>
                <a:stretch>
                  <a:fillRect l="-3333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15695F-4FD8-68DF-EC6D-CD3415360D07}"/>
                  </a:ext>
                </a:extLst>
              </p:cNvPr>
              <p:cNvSpPr txBox="1"/>
              <p:nvPr/>
            </p:nvSpPr>
            <p:spPr>
              <a:xfrm>
                <a:off x="1923069" y="2233484"/>
                <a:ext cx="3659848" cy="900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𝑀𝑃𝐽𝑃𝐸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𝐺𝑇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15695F-4FD8-68DF-EC6D-CD3415360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069" y="2233484"/>
                <a:ext cx="3659848" cy="9003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D68CC5A-AE56-661F-974C-F589BAC5592D}"/>
              </a:ext>
            </a:extLst>
          </p:cNvPr>
          <p:cNvSpPr txBox="1"/>
          <p:nvPr/>
        </p:nvSpPr>
        <p:spPr>
          <a:xfrm>
            <a:off x="0" y="1006622"/>
            <a:ext cx="7323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learning objective is to minimize the discrepancy between predicted and ground-truth joint positions with the </a:t>
            </a:r>
            <a:r>
              <a:rPr lang="en-US" sz="2200" b="1" dirty="0"/>
              <a:t>Mean Per Joint Position Error </a:t>
            </a:r>
            <a:r>
              <a:rPr lang="en-US" sz="2200" dirty="0"/>
              <a:t>metric: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A35A8E-385B-2335-9AC6-209B2BF75C3F}"/>
                  </a:ext>
                </a:extLst>
              </p:cNvPr>
              <p:cNvSpPr txBox="1"/>
              <p:nvPr/>
            </p:nvSpPr>
            <p:spPr>
              <a:xfrm>
                <a:off x="7437029" y="1678591"/>
                <a:ext cx="201415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P2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A35A8E-385B-2335-9AC6-209B2BF75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29" y="1678591"/>
                <a:ext cx="2014151" cy="400110"/>
              </a:xfrm>
              <a:prstGeom prst="rect">
                <a:avLst/>
              </a:prstGeom>
              <a:blipFill>
                <a:blip r:embed="rId5"/>
                <a:stretch>
                  <a:fillRect l="-333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259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6D9B6-59A4-A463-B9E3-C203F6E54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A02D40-0F9C-9648-082E-87070DBB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13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50CF93-C161-F706-E906-CA0341FC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Formulation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CF9600-089F-5CE7-B816-C57324235351}"/>
              </a:ext>
            </a:extLst>
          </p:cNvPr>
          <p:cNvCxnSpPr>
            <a:cxnSpLocks/>
          </p:cNvCxnSpPr>
          <p:nvPr/>
        </p:nvCxnSpPr>
        <p:spPr>
          <a:xfrm>
            <a:off x="7828039" y="3583459"/>
            <a:ext cx="2347783" cy="95764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96CAC2-3976-DB63-4382-1DBBEE8487C4}"/>
              </a:ext>
            </a:extLst>
          </p:cNvPr>
          <p:cNvCxnSpPr>
            <a:cxnSpLocks/>
          </p:cNvCxnSpPr>
          <p:nvPr/>
        </p:nvCxnSpPr>
        <p:spPr>
          <a:xfrm flipV="1">
            <a:off x="10175822" y="3268362"/>
            <a:ext cx="1589579" cy="127274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60D8E1-E6C2-38DE-1F2A-089B11736DE4}"/>
              </a:ext>
            </a:extLst>
          </p:cNvPr>
          <p:cNvCxnSpPr>
            <a:cxnSpLocks/>
          </p:cNvCxnSpPr>
          <p:nvPr/>
        </p:nvCxnSpPr>
        <p:spPr>
          <a:xfrm flipV="1">
            <a:off x="11759222" y="1198606"/>
            <a:ext cx="0" cy="206975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3E1B52-2420-1E67-5DDF-4A95F7FE3602}"/>
              </a:ext>
            </a:extLst>
          </p:cNvPr>
          <p:cNvCxnSpPr>
            <a:cxnSpLocks/>
          </p:cNvCxnSpPr>
          <p:nvPr/>
        </p:nvCxnSpPr>
        <p:spPr>
          <a:xfrm flipV="1">
            <a:off x="7828039" y="2391032"/>
            <a:ext cx="1684315" cy="11924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56059C-5B54-DECD-A508-C5EFCFE0FB50}"/>
              </a:ext>
            </a:extLst>
          </p:cNvPr>
          <p:cNvCxnSpPr>
            <a:cxnSpLocks/>
          </p:cNvCxnSpPr>
          <p:nvPr/>
        </p:nvCxnSpPr>
        <p:spPr>
          <a:xfrm>
            <a:off x="9518532" y="2391032"/>
            <a:ext cx="2240690" cy="87733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B255F1-B8FC-3CE3-3E0A-D23BF975418C}"/>
              </a:ext>
            </a:extLst>
          </p:cNvPr>
          <p:cNvCxnSpPr>
            <a:cxnSpLocks/>
          </p:cNvCxnSpPr>
          <p:nvPr/>
        </p:nvCxnSpPr>
        <p:spPr>
          <a:xfrm flipV="1">
            <a:off x="9512354" y="1025610"/>
            <a:ext cx="0" cy="136542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158C0251-83B3-4E38-8323-BD924377854B}"/>
              </a:ext>
            </a:extLst>
          </p:cNvPr>
          <p:cNvSpPr/>
          <p:nvPr/>
        </p:nvSpPr>
        <p:spPr>
          <a:xfrm rot="20899828">
            <a:off x="8926124" y="3136527"/>
            <a:ext cx="345984" cy="3274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C50DEA4-08CA-183F-B02E-55D022EBF41A}"/>
              </a:ext>
            </a:extLst>
          </p:cNvPr>
          <p:cNvSpPr/>
          <p:nvPr/>
        </p:nvSpPr>
        <p:spPr>
          <a:xfrm rot="20899828">
            <a:off x="10688431" y="1938920"/>
            <a:ext cx="345984" cy="32745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6AB9516F-8A7C-A19C-1456-8ADB9B85FB3E}"/>
              </a:ext>
            </a:extLst>
          </p:cNvPr>
          <p:cNvSpPr/>
          <p:nvPr/>
        </p:nvSpPr>
        <p:spPr>
          <a:xfrm rot="14132823">
            <a:off x="9845883" y="1863621"/>
            <a:ext cx="302741" cy="1675659"/>
          </a:xfrm>
          <a:prstGeom prst="up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CEA5FCB-DA06-A676-8912-8EFD79D3A868}"/>
              </a:ext>
            </a:extLst>
          </p:cNvPr>
          <p:cNvSpPr txBox="1"/>
          <p:nvPr/>
        </p:nvSpPr>
        <p:spPr>
          <a:xfrm>
            <a:off x="9848584" y="1101760"/>
            <a:ext cx="2025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Ground-Truth Keypoint P2</a:t>
            </a:r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F0C76B30-FC24-5387-9201-54A6413DD0F1}"/>
              </a:ext>
            </a:extLst>
          </p:cNvPr>
          <p:cNvCxnSpPr>
            <a:cxnSpLocks/>
          </p:cNvCxnSpPr>
          <p:nvPr/>
        </p:nvCxnSpPr>
        <p:spPr>
          <a:xfrm>
            <a:off x="10315542" y="1791993"/>
            <a:ext cx="323337" cy="306040"/>
          </a:xfrm>
          <a:prstGeom prst="curvedConnector3">
            <a:avLst>
              <a:gd name="adj1" fmla="val -11146"/>
            </a:avLst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B56598FC-DDF2-94A9-9622-CD2F4959CC89}"/>
              </a:ext>
            </a:extLst>
          </p:cNvPr>
          <p:cNvSpPr txBox="1"/>
          <p:nvPr/>
        </p:nvSpPr>
        <p:spPr>
          <a:xfrm>
            <a:off x="7226182" y="2477695"/>
            <a:ext cx="1453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Predicted</a:t>
            </a:r>
            <a:br>
              <a:rPr lang="en-US" sz="2000" b="1" dirty="0">
                <a:solidFill>
                  <a:schemeClr val="accent1"/>
                </a:solidFill>
              </a:rPr>
            </a:br>
            <a:r>
              <a:rPr lang="en-US" sz="2000" b="1" dirty="0">
                <a:solidFill>
                  <a:schemeClr val="accent1"/>
                </a:solidFill>
              </a:rPr>
              <a:t>Keypoint P1</a:t>
            </a:r>
          </a:p>
        </p:txBody>
      </p:sp>
      <p:cxnSp>
        <p:nvCxnSpPr>
          <p:cNvPr id="102" name="Connector: Curved 101">
            <a:extLst>
              <a:ext uri="{FF2B5EF4-FFF2-40B4-BE49-F238E27FC236}">
                <a16:creationId xmlns:a16="http://schemas.microsoft.com/office/drawing/2014/main" id="{5FA92F78-3A59-911D-66FA-E38478B377AB}"/>
              </a:ext>
            </a:extLst>
          </p:cNvPr>
          <p:cNvCxnSpPr>
            <a:cxnSpLocks/>
            <a:stCxn id="100" idx="2"/>
          </p:cNvCxnSpPr>
          <p:nvPr/>
        </p:nvCxnSpPr>
        <p:spPr>
          <a:xfrm rot="16200000" flipH="1">
            <a:off x="8356061" y="2782642"/>
            <a:ext cx="122166" cy="928044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763E0474-B422-909F-826E-98CE701A14C4}"/>
              </a:ext>
            </a:extLst>
          </p:cNvPr>
          <p:cNvSpPr txBox="1"/>
          <p:nvPr/>
        </p:nvSpPr>
        <p:spPr>
          <a:xfrm>
            <a:off x="9416274" y="3262576"/>
            <a:ext cx="2329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Error to minimize</a:t>
            </a:r>
          </a:p>
        </p:txBody>
      </p:sp>
      <p:cxnSp>
        <p:nvCxnSpPr>
          <p:cNvPr id="106" name="Connector: Curved 105">
            <a:extLst>
              <a:ext uri="{FF2B5EF4-FFF2-40B4-BE49-F238E27FC236}">
                <a16:creationId xmlns:a16="http://schemas.microsoft.com/office/drawing/2014/main" id="{26423AF8-1C6F-AECA-13FE-2829DE7F0CA4}"/>
              </a:ext>
            </a:extLst>
          </p:cNvPr>
          <p:cNvCxnSpPr>
            <a:stCxn id="104" idx="0"/>
          </p:cNvCxnSpPr>
          <p:nvPr/>
        </p:nvCxnSpPr>
        <p:spPr>
          <a:xfrm rot="16200000" flipV="1">
            <a:off x="10161921" y="2843599"/>
            <a:ext cx="432879" cy="405076"/>
          </a:xfrm>
          <a:prstGeom prst="curvedConnector3">
            <a:avLst>
              <a:gd name="adj1" fmla="val 47146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C7714CC9-E3CA-C2DA-12E1-5A09B513DA2D}"/>
              </a:ext>
            </a:extLst>
          </p:cNvPr>
          <p:cNvSpPr txBox="1"/>
          <p:nvPr/>
        </p:nvSpPr>
        <p:spPr>
          <a:xfrm>
            <a:off x="8436323" y="3902240"/>
            <a:ext cx="444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Z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70EBEA4-DC97-F7AE-8E5F-99F702515EBA}"/>
              </a:ext>
            </a:extLst>
          </p:cNvPr>
          <p:cNvSpPr txBox="1"/>
          <p:nvPr/>
        </p:nvSpPr>
        <p:spPr>
          <a:xfrm>
            <a:off x="11074700" y="3812745"/>
            <a:ext cx="308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C682FFD-F511-25D7-2BDB-93ABE134FAAF}"/>
              </a:ext>
            </a:extLst>
          </p:cNvPr>
          <p:cNvSpPr txBox="1"/>
          <p:nvPr/>
        </p:nvSpPr>
        <p:spPr>
          <a:xfrm>
            <a:off x="11753044" y="2033429"/>
            <a:ext cx="226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257488F-538C-3CC0-7F3D-8A5668A65D72}"/>
                  </a:ext>
                </a:extLst>
              </p:cNvPr>
              <p:cNvSpPr txBox="1"/>
              <p:nvPr/>
            </p:nvSpPr>
            <p:spPr>
              <a:xfrm>
                <a:off x="7437029" y="1351430"/>
                <a:ext cx="20141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/>
                    </a:solidFill>
                  </a:rPr>
                  <a:t>P1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257488F-538C-3CC0-7F3D-8A5668A65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29" y="1351430"/>
                <a:ext cx="2014151" cy="400110"/>
              </a:xfrm>
              <a:prstGeom prst="rect">
                <a:avLst/>
              </a:prstGeom>
              <a:blipFill>
                <a:blip r:embed="rId3"/>
                <a:stretch>
                  <a:fillRect l="-3333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59E9EA-242B-94A2-4BF7-44DCC464AA06}"/>
                  </a:ext>
                </a:extLst>
              </p:cNvPr>
              <p:cNvSpPr txBox="1"/>
              <p:nvPr/>
            </p:nvSpPr>
            <p:spPr>
              <a:xfrm>
                <a:off x="1923069" y="2233484"/>
                <a:ext cx="3659848" cy="9003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𝑀𝑃𝐽𝑃𝐸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𝐺𝑇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59E9EA-242B-94A2-4BF7-44DCC464A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069" y="2233484"/>
                <a:ext cx="3659848" cy="9003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F76523A-B028-335E-191D-F81815101235}"/>
              </a:ext>
            </a:extLst>
          </p:cNvPr>
          <p:cNvSpPr txBox="1"/>
          <p:nvPr/>
        </p:nvSpPr>
        <p:spPr>
          <a:xfrm>
            <a:off x="0" y="1006622"/>
            <a:ext cx="7323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learning objective is to minimize the discrepancy between predicted and ground-truth joint positions with the </a:t>
            </a:r>
            <a:r>
              <a:rPr lang="en-US" sz="2200" b="1" dirty="0"/>
              <a:t>Mean Per Joint Position Error </a:t>
            </a:r>
            <a:r>
              <a:rPr lang="en-US" sz="2200" dirty="0"/>
              <a:t>metric: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6278A0-070B-958F-0917-2E70DA0324B5}"/>
                  </a:ext>
                </a:extLst>
              </p:cNvPr>
              <p:cNvSpPr txBox="1"/>
              <p:nvPr/>
            </p:nvSpPr>
            <p:spPr>
              <a:xfrm>
                <a:off x="7437029" y="1678591"/>
                <a:ext cx="201415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P2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sz="20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6278A0-070B-958F-0917-2E70DA032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029" y="1678591"/>
                <a:ext cx="2014151" cy="400110"/>
              </a:xfrm>
              <a:prstGeom prst="rect">
                <a:avLst/>
              </a:prstGeom>
              <a:blipFill>
                <a:blip r:embed="rId5"/>
                <a:stretch>
                  <a:fillRect l="-333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62968FE-95C9-BD4F-7FBE-3A51586AFAD4}"/>
              </a:ext>
            </a:extLst>
          </p:cNvPr>
          <p:cNvSpPr txBox="1"/>
          <p:nvPr/>
        </p:nvSpPr>
        <p:spPr>
          <a:xfrm>
            <a:off x="0" y="4261300"/>
            <a:ext cx="879122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Estimating 3D human pose from drone footage presents several </a:t>
            </a:r>
            <a:r>
              <a:rPr lang="en-US" sz="2200" b="1" dirty="0"/>
              <a:t>challenges</a:t>
            </a:r>
            <a:r>
              <a:rPr lang="en-US" sz="22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Motion blur and low resolution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Self-occlusions and partial visibility of the human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Dynamic camera motion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Limited availability of labeled datasets</a:t>
            </a:r>
          </a:p>
        </p:txBody>
      </p:sp>
    </p:spTree>
    <p:extLst>
      <p:ext uri="{BB962C8B-B14F-4D97-AF65-F5344CB8AC3E}">
        <p14:creationId xmlns:p14="http://schemas.microsoft.com/office/powerpoint/2010/main" val="166682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8C5F98-1FE0-6D87-38F6-F53E8445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14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1E4573-895A-CC12-13A6-F7774BA6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D82402-1882-04B0-A73B-D57B58952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45"/>
          <a:stretch>
            <a:fillRect/>
          </a:stretch>
        </p:blipFill>
        <p:spPr>
          <a:xfrm>
            <a:off x="497323" y="1481142"/>
            <a:ext cx="3206063" cy="17614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C330A1-5AE3-C6A5-6B65-E45629D12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83" t="15956" r="-1964" b="8857"/>
          <a:stretch>
            <a:fillRect/>
          </a:stretch>
        </p:blipFill>
        <p:spPr>
          <a:xfrm>
            <a:off x="8324504" y="4355017"/>
            <a:ext cx="3411119" cy="1416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A0C435-4005-34F3-6241-85A0A07A0E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63" t="27494" r="1" b="21240"/>
          <a:stretch>
            <a:fillRect/>
          </a:stretch>
        </p:blipFill>
        <p:spPr>
          <a:xfrm>
            <a:off x="8324201" y="1555224"/>
            <a:ext cx="3230038" cy="16681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D0F221-712D-8F0D-7A11-BF8984BE98AA}"/>
              </a:ext>
            </a:extLst>
          </p:cNvPr>
          <p:cNvSpPr txBox="1"/>
          <p:nvPr/>
        </p:nvSpPr>
        <p:spPr>
          <a:xfrm>
            <a:off x="338204" y="999470"/>
            <a:ext cx="68454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First Stage: </a:t>
            </a:r>
            <a:r>
              <a:rPr lang="en-US" sz="2200" dirty="0"/>
              <a:t>2D Human Pose Extraction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393EC3-2598-323B-A0C3-9043EFAB9DEE}"/>
              </a:ext>
            </a:extLst>
          </p:cNvPr>
          <p:cNvSpPr txBox="1"/>
          <p:nvPr/>
        </p:nvSpPr>
        <p:spPr>
          <a:xfrm>
            <a:off x="338204" y="3606829"/>
            <a:ext cx="68454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Second Stage: </a:t>
            </a:r>
            <a:r>
              <a:rPr lang="en-US" sz="2200" dirty="0"/>
              <a:t>2D to 3D Human Pose Lifting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557B063-045A-9507-F192-9F7DB21F7436}"/>
              </a:ext>
            </a:extLst>
          </p:cNvPr>
          <p:cNvSpPr/>
          <p:nvPr/>
        </p:nvSpPr>
        <p:spPr>
          <a:xfrm>
            <a:off x="3827157" y="2184151"/>
            <a:ext cx="824269" cy="388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47B86D8-BD4A-52FA-6BFE-855DF118FC8A}"/>
              </a:ext>
            </a:extLst>
          </p:cNvPr>
          <p:cNvSpPr/>
          <p:nvPr/>
        </p:nvSpPr>
        <p:spPr>
          <a:xfrm>
            <a:off x="4744779" y="1640274"/>
            <a:ext cx="2509646" cy="1428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2D Pose Extractor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57323CA-6E79-D53B-25F0-71311DD4F306}"/>
              </a:ext>
            </a:extLst>
          </p:cNvPr>
          <p:cNvSpPr/>
          <p:nvPr/>
        </p:nvSpPr>
        <p:spPr>
          <a:xfrm>
            <a:off x="7363764" y="2167690"/>
            <a:ext cx="824269" cy="388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6A61317-1542-3639-D5D4-61306D1A681C}"/>
              </a:ext>
            </a:extLst>
          </p:cNvPr>
          <p:cNvSpPr/>
          <p:nvPr/>
        </p:nvSpPr>
        <p:spPr>
          <a:xfrm>
            <a:off x="3920510" y="4867882"/>
            <a:ext cx="824269" cy="388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BDF6EC5-5423-B1AE-7BCB-4AF59047C870}"/>
              </a:ext>
            </a:extLst>
          </p:cNvPr>
          <p:cNvSpPr/>
          <p:nvPr/>
        </p:nvSpPr>
        <p:spPr>
          <a:xfrm>
            <a:off x="4792979" y="4324103"/>
            <a:ext cx="2509646" cy="1428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2D to 3D </a:t>
            </a:r>
            <a:br>
              <a:rPr lang="en-US" sz="2400" b="1" dirty="0"/>
            </a:br>
            <a:r>
              <a:rPr lang="en-US" sz="2400" b="1" dirty="0"/>
              <a:t>Pose Lifter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8C8A6AB-36DF-BA74-3C02-C3FA8BC79F62}"/>
              </a:ext>
            </a:extLst>
          </p:cNvPr>
          <p:cNvSpPr/>
          <p:nvPr/>
        </p:nvSpPr>
        <p:spPr>
          <a:xfrm>
            <a:off x="7387864" y="4844051"/>
            <a:ext cx="824269" cy="388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E982C0-C872-6ABD-1B9E-30B80F471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63" t="27494" r="1" b="21240"/>
          <a:stretch>
            <a:fillRect/>
          </a:stretch>
        </p:blipFill>
        <p:spPr>
          <a:xfrm>
            <a:off x="523848" y="4157234"/>
            <a:ext cx="3230038" cy="166814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16BBAC0-BF2B-873F-6AA0-CB900D4851FB}"/>
              </a:ext>
            </a:extLst>
          </p:cNvPr>
          <p:cNvSpPr txBox="1"/>
          <p:nvPr/>
        </p:nvSpPr>
        <p:spPr>
          <a:xfrm>
            <a:off x="497019" y="3223364"/>
            <a:ext cx="3233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RGB video sequence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CDD288-5574-7B8F-A6E0-A1C2DF4D5D45}"/>
              </a:ext>
            </a:extLst>
          </p:cNvPr>
          <p:cNvSpPr txBox="1"/>
          <p:nvPr/>
        </p:nvSpPr>
        <p:spPr>
          <a:xfrm>
            <a:off x="8294162" y="3243613"/>
            <a:ext cx="33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2D sequence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65D528-18FF-AD57-77D5-4105FA08EAA6}"/>
              </a:ext>
            </a:extLst>
          </p:cNvPr>
          <p:cNvSpPr txBox="1"/>
          <p:nvPr/>
        </p:nvSpPr>
        <p:spPr>
          <a:xfrm>
            <a:off x="454222" y="5825374"/>
            <a:ext cx="33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2D sequence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2BAA80-E770-F96B-D60C-C4921C9BF715}"/>
              </a:ext>
            </a:extLst>
          </p:cNvPr>
          <p:cNvSpPr txBox="1"/>
          <p:nvPr/>
        </p:nvSpPr>
        <p:spPr>
          <a:xfrm>
            <a:off x="8335176" y="5825374"/>
            <a:ext cx="33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3D sequence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5627B4-DFA3-40FE-11CC-EBB9AFC43B16}"/>
              </a:ext>
            </a:extLst>
          </p:cNvPr>
          <p:cNvSpPr/>
          <p:nvPr/>
        </p:nvSpPr>
        <p:spPr>
          <a:xfrm>
            <a:off x="497323" y="1481192"/>
            <a:ext cx="3197855" cy="1721593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CEAC78-FAD6-DB1D-1FDE-949C87600EFC}"/>
              </a:ext>
            </a:extLst>
          </p:cNvPr>
          <p:cNvSpPr/>
          <p:nvPr/>
        </p:nvSpPr>
        <p:spPr>
          <a:xfrm>
            <a:off x="8297372" y="1481385"/>
            <a:ext cx="3282940" cy="1761161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8C3DC6-3A87-9276-E3E0-C09FD3E66C91}"/>
              </a:ext>
            </a:extLst>
          </p:cNvPr>
          <p:cNvSpPr/>
          <p:nvPr/>
        </p:nvSpPr>
        <p:spPr>
          <a:xfrm>
            <a:off x="497019" y="4083395"/>
            <a:ext cx="3282940" cy="1761161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046B02-86F5-EAF0-F5FC-E82E886B45B3}"/>
              </a:ext>
            </a:extLst>
          </p:cNvPr>
          <p:cNvSpPr/>
          <p:nvPr/>
        </p:nvSpPr>
        <p:spPr>
          <a:xfrm>
            <a:off x="8294162" y="4083395"/>
            <a:ext cx="3400819" cy="1765807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52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EEB8EA7-B0C1-E055-6F97-32EDCE0D0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798" y="2973770"/>
            <a:ext cx="5647436" cy="311557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652DEF-3B47-1EAF-E0E3-90D9A556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15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CF31A1-7452-03E1-F391-6C9850BA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First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C8375-E3A0-1EB9-5420-4E86A25702A4}"/>
              </a:ext>
            </a:extLst>
          </p:cNvPr>
          <p:cNvSpPr txBox="1"/>
          <p:nvPr/>
        </p:nvSpPr>
        <p:spPr>
          <a:xfrm>
            <a:off x="0" y="993124"/>
            <a:ext cx="12146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first stage detects and extracts the 2D human pose from video data.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B0DE86-CF83-11F2-9F68-5FFF95BE3BAD}"/>
                  </a:ext>
                </a:extLst>
              </p:cNvPr>
              <p:cNvSpPr txBox="1"/>
              <p:nvPr/>
            </p:nvSpPr>
            <p:spPr>
              <a:xfrm>
                <a:off x="105355" y="1778787"/>
                <a:ext cx="1463221" cy="677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2200" b="0" dirty="0"/>
                  <a:t>Raw Video</a:t>
                </a:r>
                <a:br>
                  <a:rPr lang="en-US" sz="22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B0DE86-CF83-11F2-9F68-5FFF95BE3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5" y="1778787"/>
                <a:ext cx="1463221" cy="677173"/>
              </a:xfrm>
              <a:prstGeom prst="rect">
                <a:avLst/>
              </a:prstGeom>
              <a:blipFill>
                <a:blip r:embed="rId5"/>
                <a:stretch>
                  <a:fillRect l="-5417" t="-12613" r="-5000" b="-17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C7DDA1-E738-2879-503B-873C2D2E6DA3}"/>
              </a:ext>
            </a:extLst>
          </p:cNvPr>
          <p:cNvSpPr/>
          <p:nvPr/>
        </p:nvSpPr>
        <p:spPr>
          <a:xfrm>
            <a:off x="2010918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Resize and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Truncate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1C52AC-528F-F5C2-12E4-E19F3D4EF6A8}"/>
              </a:ext>
            </a:extLst>
          </p:cNvPr>
          <p:cNvSpPr/>
          <p:nvPr/>
        </p:nvSpPr>
        <p:spPr>
          <a:xfrm>
            <a:off x="4090530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Human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Detector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CF9D8F-5216-A5C6-EAFB-23A6898036AC}"/>
              </a:ext>
            </a:extLst>
          </p:cNvPr>
          <p:cNvSpPr/>
          <p:nvPr/>
        </p:nvSpPr>
        <p:spPr>
          <a:xfrm>
            <a:off x="6170142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2D Pose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Extractor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C78917-01FD-518C-05BB-5C3651DFF9CF}"/>
              </a:ext>
            </a:extLst>
          </p:cNvPr>
          <p:cNvSpPr/>
          <p:nvPr/>
        </p:nvSpPr>
        <p:spPr>
          <a:xfrm>
            <a:off x="8249754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Keypoint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Normalizer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6BCEF3-B524-8720-D4D6-6127875B797E}"/>
                  </a:ext>
                </a:extLst>
              </p:cNvPr>
              <p:cNvSpPr txBox="1"/>
              <p:nvPr/>
            </p:nvSpPr>
            <p:spPr>
              <a:xfrm>
                <a:off x="10418209" y="1609509"/>
                <a:ext cx="1492075" cy="1015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2200" b="0" dirty="0"/>
                  <a:t>2D Keypoints</a:t>
                </a:r>
                <a:br>
                  <a:rPr lang="en-US" sz="2200" b="0" dirty="0"/>
                </a:br>
                <a:r>
                  <a:rPr lang="en-US" sz="2200" b="0" dirty="0"/>
                  <a:t>Sequence</a:t>
                </a:r>
                <a:br>
                  <a:rPr lang="en-US" sz="22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,3]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6BCEF3-B524-8720-D4D6-6127875B7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209" y="1609509"/>
                <a:ext cx="1492075" cy="1015727"/>
              </a:xfrm>
              <a:prstGeom prst="rect">
                <a:avLst/>
              </a:prstGeom>
              <a:blipFill>
                <a:blip r:embed="rId6"/>
                <a:stretch>
                  <a:fillRect l="-11429" t="-8383" r="-11429" b="-10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D3EE65-2AD9-907A-B6CD-7ADA8CCA28CB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568576" y="2117374"/>
            <a:ext cx="4423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DF5A0D-5D79-E784-E3BB-440C03179979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3740864" y="2117374"/>
            <a:ext cx="34966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31F275-5D2C-256D-E96F-0233AD0421DF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820476" y="2117374"/>
            <a:ext cx="34966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E0E147-C112-FA7D-A8F7-60C74E0E7E7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7900088" y="2117374"/>
            <a:ext cx="3496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FF4D49-8D46-36DC-27E3-077ED9B534DE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 flipV="1">
            <a:off x="9979700" y="2117373"/>
            <a:ext cx="438509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836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7A285-4A5A-5591-4D75-A36A22737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D2A7F15-DC67-BDAF-E005-13370790B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6634" y="2979462"/>
            <a:ext cx="5649600" cy="312329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EE2621-D9E7-AC0F-5D0B-607E0139C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16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EB3CF5-C549-1A8B-7734-AF7CCC530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First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79412-70A3-5404-3392-980977C675A8}"/>
              </a:ext>
            </a:extLst>
          </p:cNvPr>
          <p:cNvSpPr txBox="1"/>
          <p:nvPr/>
        </p:nvSpPr>
        <p:spPr>
          <a:xfrm>
            <a:off x="0" y="993124"/>
            <a:ext cx="12146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first stage detects and extracts the 2D human pose from video data.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84ACA9-34CC-B3EA-262D-F91A3C196A5A}"/>
              </a:ext>
            </a:extLst>
          </p:cNvPr>
          <p:cNvSpPr txBox="1"/>
          <p:nvPr/>
        </p:nvSpPr>
        <p:spPr>
          <a:xfrm>
            <a:off x="16990" y="3429000"/>
            <a:ext cx="6125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Human Detector: </a:t>
            </a:r>
            <a:br>
              <a:rPr lang="en-US" sz="2000" b="1" dirty="0"/>
            </a:br>
            <a:r>
              <a:rPr lang="en-US" sz="2000" i="1" dirty="0"/>
              <a:t>“Yolov12: Attention-centric real-time object detectors”</a:t>
            </a:r>
            <a:r>
              <a:rPr lang="en-US" sz="2000" dirty="0"/>
              <a:t> [Tian et al., NeurIPS’25]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6FCCBF-3F67-1C35-40D3-D610AD3C84D8}"/>
                  </a:ext>
                </a:extLst>
              </p:cNvPr>
              <p:cNvSpPr txBox="1"/>
              <p:nvPr/>
            </p:nvSpPr>
            <p:spPr>
              <a:xfrm>
                <a:off x="105355" y="1778787"/>
                <a:ext cx="1463221" cy="677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2200" b="0" dirty="0"/>
                  <a:t>Raw Video</a:t>
                </a:r>
                <a:br>
                  <a:rPr lang="en-US" sz="22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6FCCBF-3F67-1C35-40D3-D610AD3C8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5" y="1778787"/>
                <a:ext cx="1463221" cy="677173"/>
              </a:xfrm>
              <a:prstGeom prst="rect">
                <a:avLst/>
              </a:prstGeom>
              <a:blipFill>
                <a:blip r:embed="rId4"/>
                <a:stretch>
                  <a:fillRect l="-5417" t="-12613" r="-5000" b="-17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9D6EE3-23F6-0D22-763E-4FC8D04C63F2}"/>
              </a:ext>
            </a:extLst>
          </p:cNvPr>
          <p:cNvSpPr/>
          <p:nvPr/>
        </p:nvSpPr>
        <p:spPr>
          <a:xfrm>
            <a:off x="2010918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Resize and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Truncate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459282-1348-04CE-F9A6-FE8C15EC02F8}"/>
              </a:ext>
            </a:extLst>
          </p:cNvPr>
          <p:cNvSpPr/>
          <p:nvPr/>
        </p:nvSpPr>
        <p:spPr>
          <a:xfrm>
            <a:off x="4090530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Human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Detector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8BBDC8-A7A5-83A6-D751-410C6CE5A64A}"/>
              </a:ext>
            </a:extLst>
          </p:cNvPr>
          <p:cNvSpPr/>
          <p:nvPr/>
        </p:nvSpPr>
        <p:spPr>
          <a:xfrm>
            <a:off x="6170142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2D Pose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Extractor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D5661F-F450-24F4-1B15-D4839E16BBC7}"/>
              </a:ext>
            </a:extLst>
          </p:cNvPr>
          <p:cNvSpPr/>
          <p:nvPr/>
        </p:nvSpPr>
        <p:spPr>
          <a:xfrm>
            <a:off x="8249754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Keypoint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Normalizer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B7D27B-95E2-7A1D-5005-EBA0801BD42E}"/>
                  </a:ext>
                </a:extLst>
              </p:cNvPr>
              <p:cNvSpPr txBox="1"/>
              <p:nvPr/>
            </p:nvSpPr>
            <p:spPr>
              <a:xfrm>
                <a:off x="10418209" y="1609509"/>
                <a:ext cx="1492075" cy="1015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2200" b="0" dirty="0"/>
                  <a:t>2D Keypoints</a:t>
                </a:r>
                <a:br>
                  <a:rPr lang="en-US" sz="2200" b="0" dirty="0"/>
                </a:br>
                <a:r>
                  <a:rPr lang="en-US" sz="2200" b="0" dirty="0"/>
                  <a:t>Sequence</a:t>
                </a:r>
                <a:br>
                  <a:rPr lang="en-US" sz="22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,3]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B7D27B-95E2-7A1D-5005-EBA0801BD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209" y="1609509"/>
                <a:ext cx="1492075" cy="1015727"/>
              </a:xfrm>
              <a:prstGeom prst="rect">
                <a:avLst/>
              </a:prstGeom>
              <a:blipFill>
                <a:blip r:embed="rId5"/>
                <a:stretch>
                  <a:fillRect l="-11429" t="-8383" r="-11429" b="-10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4F55EF-FFCF-9744-FDFA-CD649324E13B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568576" y="2117374"/>
            <a:ext cx="4423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22D29-6BF8-4423-68EB-D34AA0C5D967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3740864" y="2117374"/>
            <a:ext cx="34966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3BE789-8B82-86C3-F0E9-7ED73DFD69DA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820476" y="2117374"/>
            <a:ext cx="34966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602603-5D7E-3769-4487-E10B0BF2FE0E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7900088" y="2117374"/>
            <a:ext cx="3496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FAD8BD-0543-B7A3-736C-7346F1583C4D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 flipV="1">
            <a:off x="9979700" y="2117373"/>
            <a:ext cx="438509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70028D0-AC17-D338-F414-07EC5A4D3490}"/>
              </a:ext>
            </a:extLst>
          </p:cNvPr>
          <p:cNvSpPr/>
          <p:nvPr/>
        </p:nvSpPr>
        <p:spPr>
          <a:xfrm>
            <a:off x="3911801" y="1563130"/>
            <a:ext cx="2010026" cy="11677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38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7260-475C-32F2-11AB-8BED319C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9C15EC2-FF73-82F2-252F-1B4C03D40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635" y="2976616"/>
            <a:ext cx="5654120" cy="312329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D04966-DDF9-F24F-AEB9-92EE8948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17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738A1C-5E1E-2160-6CC4-A07A2104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First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81145-5F2F-1120-CE2F-F758F9B1DA26}"/>
              </a:ext>
            </a:extLst>
          </p:cNvPr>
          <p:cNvSpPr txBox="1"/>
          <p:nvPr/>
        </p:nvSpPr>
        <p:spPr>
          <a:xfrm>
            <a:off x="0" y="993124"/>
            <a:ext cx="12146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first stage detects and extracts the 2D human pose from video data.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539A3-F3D2-FD13-8178-4828B51BB2EB}"/>
              </a:ext>
            </a:extLst>
          </p:cNvPr>
          <p:cNvSpPr txBox="1"/>
          <p:nvPr/>
        </p:nvSpPr>
        <p:spPr>
          <a:xfrm>
            <a:off x="0" y="4502656"/>
            <a:ext cx="6159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2D Pose Extractor: </a:t>
            </a:r>
            <a:br>
              <a:rPr lang="en-US" sz="2000" b="1" dirty="0"/>
            </a:br>
            <a:r>
              <a:rPr lang="en-US" sz="2000" i="1" dirty="0"/>
              <a:t>“</a:t>
            </a:r>
            <a:r>
              <a:rPr lang="en-US" sz="2000" i="1" dirty="0" err="1"/>
              <a:t>Vitpose</a:t>
            </a:r>
            <a:r>
              <a:rPr lang="en-US" sz="2000" i="1" dirty="0"/>
              <a:t>: Simple vision transformer baselines for human pose estimation”</a:t>
            </a:r>
            <a:r>
              <a:rPr lang="en-US" sz="2000" dirty="0"/>
              <a:t> [Xu et al., NeurIPS’22]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40B73D-1250-8924-1C70-F7AC86FEA5EB}"/>
              </a:ext>
            </a:extLst>
          </p:cNvPr>
          <p:cNvSpPr txBox="1"/>
          <p:nvPr/>
        </p:nvSpPr>
        <p:spPr>
          <a:xfrm>
            <a:off x="16990" y="3429000"/>
            <a:ext cx="6125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Human Detector: </a:t>
            </a:r>
            <a:br>
              <a:rPr lang="en-US" sz="2000" b="1" dirty="0"/>
            </a:br>
            <a:r>
              <a:rPr lang="en-US" sz="2000" i="1" dirty="0"/>
              <a:t>“Yolov12: Attention-centric real-time object detectors”</a:t>
            </a:r>
            <a:r>
              <a:rPr lang="en-US" sz="2000" dirty="0"/>
              <a:t> [Tian et al., NeurIPS’25]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492851-F874-21C4-80D1-59FCDAAD35BD}"/>
                  </a:ext>
                </a:extLst>
              </p:cNvPr>
              <p:cNvSpPr txBox="1"/>
              <p:nvPr/>
            </p:nvSpPr>
            <p:spPr>
              <a:xfrm>
                <a:off x="105355" y="1778787"/>
                <a:ext cx="1463221" cy="677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2200" b="0" dirty="0"/>
                  <a:t>Raw Video</a:t>
                </a:r>
                <a:br>
                  <a:rPr lang="en-US" sz="22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492851-F874-21C4-80D1-59FCDAAD3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5" y="1778787"/>
                <a:ext cx="1463221" cy="677173"/>
              </a:xfrm>
              <a:prstGeom prst="rect">
                <a:avLst/>
              </a:prstGeom>
              <a:blipFill>
                <a:blip r:embed="rId4"/>
                <a:stretch>
                  <a:fillRect l="-5417" t="-12613" r="-5000" b="-17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3ED620-AF67-8D80-88E6-5D843672F78C}"/>
              </a:ext>
            </a:extLst>
          </p:cNvPr>
          <p:cNvSpPr/>
          <p:nvPr/>
        </p:nvSpPr>
        <p:spPr>
          <a:xfrm>
            <a:off x="2010918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Resize and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Truncate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5CBA1B-EF8F-C9C7-4946-A1184CE2A540}"/>
              </a:ext>
            </a:extLst>
          </p:cNvPr>
          <p:cNvSpPr/>
          <p:nvPr/>
        </p:nvSpPr>
        <p:spPr>
          <a:xfrm>
            <a:off x="4090530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Human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Detector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CD8545-3C09-9CFF-370B-CD46A9C9C97D}"/>
              </a:ext>
            </a:extLst>
          </p:cNvPr>
          <p:cNvSpPr/>
          <p:nvPr/>
        </p:nvSpPr>
        <p:spPr>
          <a:xfrm>
            <a:off x="6170142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2D Pose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Extractor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1E1FA9-1AA9-9D39-3791-7E7DC63F423F}"/>
              </a:ext>
            </a:extLst>
          </p:cNvPr>
          <p:cNvSpPr/>
          <p:nvPr/>
        </p:nvSpPr>
        <p:spPr>
          <a:xfrm>
            <a:off x="8249754" y="1715779"/>
            <a:ext cx="1729946" cy="803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Keypoint</a:t>
            </a:r>
            <a:br>
              <a:rPr lang="en-US" sz="2200" b="1" dirty="0">
                <a:solidFill>
                  <a:schemeClr val="bg1"/>
                </a:solidFill>
              </a:rPr>
            </a:br>
            <a:r>
              <a:rPr lang="en-US" sz="2200" b="1" dirty="0">
                <a:solidFill>
                  <a:schemeClr val="bg1"/>
                </a:solidFill>
              </a:rPr>
              <a:t>Normalizer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B497F4-BE83-5F19-82B8-3A570E57F649}"/>
                  </a:ext>
                </a:extLst>
              </p:cNvPr>
              <p:cNvSpPr txBox="1"/>
              <p:nvPr/>
            </p:nvSpPr>
            <p:spPr>
              <a:xfrm>
                <a:off x="10418209" y="1609509"/>
                <a:ext cx="1492075" cy="1015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2200" b="0" dirty="0"/>
                  <a:t>2D Keypoints</a:t>
                </a:r>
                <a:br>
                  <a:rPr lang="en-US" sz="2200" b="0" dirty="0"/>
                </a:br>
                <a:r>
                  <a:rPr lang="en-US" sz="2200" b="0" dirty="0"/>
                  <a:t>Sequence</a:t>
                </a:r>
                <a:br>
                  <a:rPr lang="en-US" sz="22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,3]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B497F4-BE83-5F19-82B8-3A570E57F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209" y="1609509"/>
                <a:ext cx="1492075" cy="1015727"/>
              </a:xfrm>
              <a:prstGeom prst="rect">
                <a:avLst/>
              </a:prstGeom>
              <a:blipFill>
                <a:blip r:embed="rId5"/>
                <a:stretch>
                  <a:fillRect l="-11429" t="-8383" r="-11429" b="-10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E57E6F-0B71-D29F-5940-2509B7E4C32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568576" y="2117374"/>
            <a:ext cx="4423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B4BCD3-0605-B472-5A5B-C48B016AF6A8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3740864" y="2117374"/>
            <a:ext cx="34966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392652-EAC4-28E7-2FA7-16DCDEED54A8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820476" y="2117374"/>
            <a:ext cx="34966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451265-A1B6-972A-B50E-72548A6444B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7900088" y="2117374"/>
            <a:ext cx="3496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16F991-6153-432D-BFC8-B4AA6BB35E70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 flipV="1">
            <a:off x="9979700" y="2117373"/>
            <a:ext cx="438509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6A2C414-00EF-5FB4-C285-C61E130F85CA}"/>
              </a:ext>
            </a:extLst>
          </p:cNvPr>
          <p:cNvSpPr/>
          <p:nvPr/>
        </p:nvSpPr>
        <p:spPr>
          <a:xfrm>
            <a:off x="5999205" y="1563130"/>
            <a:ext cx="2040923" cy="11677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7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5613E0-023A-73A0-B020-F44A25DB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18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76BDFD-AFC9-5F55-55D3-D252C5A2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Second Stage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73179A-4D1B-825C-8EB2-844C419C3B27}"/>
              </a:ext>
            </a:extLst>
          </p:cNvPr>
          <p:cNvSpPr txBox="1"/>
          <p:nvPr/>
        </p:nvSpPr>
        <p:spPr>
          <a:xfrm>
            <a:off x="0" y="1004963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Brancher</a:t>
            </a:r>
            <a:r>
              <a:rPr lang="en-US" sz="2200" dirty="0"/>
              <a:t> is a neural network designed for single-person and single-view 3D pose estimation from aerial videos.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3EC6CE-E62D-493B-28C2-0BF0EA331F50}"/>
              </a:ext>
            </a:extLst>
          </p:cNvPr>
          <p:cNvSpPr txBox="1"/>
          <p:nvPr/>
        </p:nvSpPr>
        <p:spPr>
          <a:xfrm>
            <a:off x="1224136" y="4760041"/>
            <a:ext cx="870379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Brancher introduces: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Spatial–temporal modeling</a:t>
            </a:r>
            <a:r>
              <a:rPr lang="en-US" sz="2200" dirty="0"/>
              <a:t> of human 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Multi-branch learning</a:t>
            </a:r>
            <a:r>
              <a:rPr lang="en-US" sz="2200" dirty="0"/>
              <a:t> for complementary motion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Self-supervised training</a:t>
            </a:r>
            <a:r>
              <a:rPr lang="en-US" sz="2200" dirty="0"/>
              <a:t> for drone videos without 3D annotations</a:t>
            </a:r>
          </a:p>
        </p:txBody>
      </p:sp>
      <p:pic>
        <p:nvPicPr>
          <p:cNvPr id="17" name="Picture 2" descr="3D Body Keypoint Datasets — MMPose 1.3.2 documentation">
            <a:extLst>
              <a:ext uri="{FF2B5EF4-FFF2-40B4-BE49-F238E27FC236}">
                <a16:creationId xmlns:a16="http://schemas.microsoft.com/office/drawing/2014/main" id="{0994A2D7-541A-B0F4-3E76-D13FCFC1D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57" y="1798014"/>
            <a:ext cx="1068779" cy="241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49FEF2F-7BC0-4CC8-7E6C-E987201856D2}"/>
              </a:ext>
            </a:extLst>
          </p:cNvPr>
          <p:cNvSpPr/>
          <p:nvPr/>
        </p:nvSpPr>
        <p:spPr>
          <a:xfrm>
            <a:off x="1413043" y="2747981"/>
            <a:ext cx="1111182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Linear</a:t>
            </a:r>
            <a:br>
              <a:rPr lang="en-US" sz="1600" b="1" dirty="0"/>
            </a:br>
            <a:r>
              <a:rPr lang="en-US" sz="1600" b="1" dirty="0"/>
              <a:t>Projection</a:t>
            </a:r>
          </a:p>
        </p:txBody>
      </p:sp>
      <p:sp>
        <p:nvSpPr>
          <p:cNvPr id="19" name="Flowchart: Or 18">
            <a:extLst>
              <a:ext uri="{FF2B5EF4-FFF2-40B4-BE49-F238E27FC236}">
                <a16:creationId xmlns:a16="http://schemas.microsoft.com/office/drawing/2014/main" id="{166D1DE5-16A2-4966-1235-A31BDB66AA08}"/>
              </a:ext>
            </a:extLst>
          </p:cNvPr>
          <p:cNvSpPr/>
          <p:nvPr/>
        </p:nvSpPr>
        <p:spPr>
          <a:xfrm>
            <a:off x="3358987" y="2888032"/>
            <a:ext cx="253314" cy="234778"/>
          </a:xfrm>
          <a:prstGeom prst="flowChartOr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4CFB4C5-5933-2A09-1EFA-68E502417CEB}"/>
              </a:ext>
            </a:extLst>
          </p:cNvPr>
          <p:cNvSpPr/>
          <p:nvPr/>
        </p:nvSpPr>
        <p:spPr>
          <a:xfrm>
            <a:off x="3963025" y="1864021"/>
            <a:ext cx="3532401" cy="213335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AB397C-01CD-52A8-0326-3143D96DC50F}"/>
              </a:ext>
            </a:extLst>
          </p:cNvPr>
          <p:cNvSpPr/>
          <p:nvPr/>
        </p:nvSpPr>
        <p:spPr>
          <a:xfrm>
            <a:off x="4239689" y="2289447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Spatial </a:t>
            </a:r>
            <a:br>
              <a:rPr lang="en-US" sz="1600" b="1" dirty="0"/>
            </a:br>
            <a:r>
              <a:rPr lang="en-US" sz="1600" b="1" dirty="0"/>
              <a:t>GCN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2D36BD-830D-4E75-3860-51FE16B76D3B}"/>
              </a:ext>
            </a:extLst>
          </p:cNvPr>
          <p:cNvSpPr/>
          <p:nvPr/>
        </p:nvSpPr>
        <p:spPr>
          <a:xfrm>
            <a:off x="5880194" y="2289447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Temporal GCN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BF7F58-40EE-B9C0-8CB6-1DB582FD79DA}"/>
              </a:ext>
            </a:extLst>
          </p:cNvPr>
          <p:cNvSpPr/>
          <p:nvPr/>
        </p:nvSpPr>
        <p:spPr>
          <a:xfrm>
            <a:off x="4239689" y="3205743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Spatial Transformer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04A44FF-F127-1D6C-00B9-3293CEFD2668}"/>
              </a:ext>
            </a:extLst>
          </p:cNvPr>
          <p:cNvSpPr/>
          <p:nvPr/>
        </p:nvSpPr>
        <p:spPr>
          <a:xfrm>
            <a:off x="5880194" y="3207091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Temporal Transformer</a:t>
            </a:r>
          </a:p>
        </p:txBody>
      </p:sp>
      <p:sp>
        <p:nvSpPr>
          <p:cNvPr id="27" name="Flowchart: Summing Junction 26">
            <a:extLst>
              <a:ext uri="{FF2B5EF4-FFF2-40B4-BE49-F238E27FC236}">
                <a16:creationId xmlns:a16="http://schemas.microsoft.com/office/drawing/2014/main" id="{0660B66E-EC61-FBBE-6977-73DBE0F7E870}"/>
              </a:ext>
            </a:extLst>
          </p:cNvPr>
          <p:cNvSpPr/>
          <p:nvPr/>
        </p:nvSpPr>
        <p:spPr>
          <a:xfrm>
            <a:off x="7209441" y="2888995"/>
            <a:ext cx="253314" cy="233815"/>
          </a:xfrm>
          <a:prstGeom prst="flowChartSummingJunction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40D4B11-7DA1-7F49-5223-A9E5F4F56124}"/>
                  </a:ext>
                </a:extLst>
              </p:cNvPr>
              <p:cNvSpPr txBox="1"/>
              <p:nvPr/>
            </p:nvSpPr>
            <p:spPr>
              <a:xfrm>
                <a:off x="0" y="4099644"/>
                <a:ext cx="154258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2D Keypoints with Confidence</a:t>
                </a:r>
                <a:br>
                  <a:rPr lang="en-US" sz="1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,3]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40D4B11-7DA1-7F49-5223-A9E5F4F56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99644"/>
                <a:ext cx="1542582" cy="861774"/>
              </a:xfrm>
              <a:prstGeom prst="rect">
                <a:avLst/>
              </a:prstGeom>
              <a:blipFill>
                <a:blip r:embed="rId4"/>
                <a:stretch>
                  <a:fillRect l="-1186" t="-2128" r="-1186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670003-EC46-A57F-C922-A44A0EC25E5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1224136" y="3005420"/>
            <a:ext cx="18890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A26E8E-AEF7-97E7-9051-4F0BE183DF31}"/>
              </a:ext>
            </a:extLst>
          </p:cNvPr>
          <p:cNvCxnSpPr>
            <a:cxnSpLocks/>
            <a:stCxn id="18" idx="3"/>
            <a:endCxn id="19" idx="2"/>
          </p:cNvCxnSpPr>
          <p:nvPr/>
        </p:nvCxnSpPr>
        <p:spPr>
          <a:xfrm>
            <a:off x="2524225" y="3005420"/>
            <a:ext cx="83476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4D400C8-3AFB-751F-695B-AC6D93099CF6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 flipV="1">
            <a:off x="3612301" y="2546886"/>
            <a:ext cx="627388" cy="458535"/>
          </a:xfrm>
          <a:prstGeom prst="bentConnector3">
            <a:avLst>
              <a:gd name="adj1" fmla="val 72348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94B37D6-2530-7FF4-F5D0-732D81FA0E9B}"/>
              </a:ext>
            </a:extLst>
          </p:cNvPr>
          <p:cNvCxnSpPr>
            <a:cxnSpLocks/>
            <a:stCxn id="19" idx="6"/>
            <a:endCxn id="23" idx="1"/>
          </p:cNvCxnSpPr>
          <p:nvPr/>
        </p:nvCxnSpPr>
        <p:spPr>
          <a:xfrm>
            <a:off x="3612301" y="3005421"/>
            <a:ext cx="627388" cy="457761"/>
          </a:xfrm>
          <a:prstGeom prst="bentConnector3">
            <a:avLst>
              <a:gd name="adj1" fmla="val 7236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98E4F22-E189-D421-1AE7-CC6D7009C41D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5508317" y="2546886"/>
            <a:ext cx="3718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1074FA5-736B-BBAE-BCAF-6EDE5A3AE612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5508317" y="3463182"/>
            <a:ext cx="371877" cy="13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982FE21-D178-8DED-2BA5-5ED773807162}"/>
              </a:ext>
            </a:extLst>
          </p:cNvPr>
          <p:cNvCxnSpPr>
            <a:cxnSpLocks/>
            <a:stCxn id="22" idx="3"/>
            <a:endCxn id="27" idx="0"/>
          </p:cNvCxnSpPr>
          <p:nvPr/>
        </p:nvCxnSpPr>
        <p:spPr>
          <a:xfrm>
            <a:off x="7148822" y="2546886"/>
            <a:ext cx="187276" cy="34210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FC01EC75-B980-1274-E498-EDA1D772E191}"/>
              </a:ext>
            </a:extLst>
          </p:cNvPr>
          <p:cNvCxnSpPr>
            <a:cxnSpLocks/>
            <a:stCxn id="25" idx="3"/>
            <a:endCxn id="27" idx="4"/>
          </p:cNvCxnSpPr>
          <p:nvPr/>
        </p:nvCxnSpPr>
        <p:spPr>
          <a:xfrm flipV="1">
            <a:off x="7148822" y="3122810"/>
            <a:ext cx="187276" cy="34172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8652AE4-6760-2197-E124-B72AD147F06B}"/>
                  </a:ext>
                </a:extLst>
              </p:cNvPr>
              <p:cNvSpPr txBox="1"/>
              <p:nvPr/>
            </p:nvSpPr>
            <p:spPr>
              <a:xfrm>
                <a:off x="2465834" y="2662627"/>
                <a:ext cx="8938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8652AE4-6760-2197-E124-B72AD147F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834" y="2662627"/>
                <a:ext cx="893804" cy="369332"/>
              </a:xfrm>
              <a:prstGeom prst="rect">
                <a:avLst/>
              </a:prstGeom>
              <a:blipFill>
                <a:blip r:embed="rId5"/>
                <a:stretch>
                  <a:fillRect l="-2740" r="-479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59A61B32-DE6F-6FD8-F1B1-6CC993282180}"/>
              </a:ext>
            </a:extLst>
          </p:cNvPr>
          <p:cNvSpPr txBox="1"/>
          <p:nvPr/>
        </p:nvSpPr>
        <p:spPr>
          <a:xfrm>
            <a:off x="2900979" y="3047683"/>
            <a:ext cx="1141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Spatial</a:t>
            </a:r>
            <a:br>
              <a:rPr lang="en-US" sz="1600" dirty="0"/>
            </a:br>
            <a:r>
              <a:rPr lang="en-US" sz="1600" dirty="0"/>
              <a:t>Position</a:t>
            </a:r>
            <a:br>
              <a:rPr lang="en-US" sz="1600" dirty="0"/>
            </a:br>
            <a:r>
              <a:rPr lang="en-US" sz="1600" dirty="0"/>
              <a:t>Embedding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890CE5-6668-9242-16EF-90D35D531596}"/>
              </a:ext>
            </a:extLst>
          </p:cNvPr>
          <p:cNvSpPr txBox="1"/>
          <p:nvPr/>
        </p:nvSpPr>
        <p:spPr>
          <a:xfrm>
            <a:off x="5743361" y="2819997"/>
            <a:ext cx="1513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Adaptive 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6604BE1-D3F8-EA89-D841-EB68A9547C2B}"/>
                  </a:ext>
                </a:extLst>
              </p:cNvPr>
              <p:cNvSpPr txBox="1"/>
              <p:nvPr/>
            </p:nvSpPr>
            <p:spPr>
              <a:xfrm>
                <a:off x="6815807" y="3744952"/>
                <a:ext cx="39363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6604BE1-D3F8-EA89-D841-EB68A9547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807" y="3744952"/>
                <a:ext cx="393634" cy="246221"/>
              </a:xfrm>
              <a:prstGeom prst="rect">
                <a:avLst/>
              </a:prstGeom>
              <a:blipFill>
                <a:blip r:embed="rId6"/>
                <a:stretch>
                  <a:fillRect l="-7692" r="-9231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BE01D589-F7CF-6DF2-DD74-82C351917B4F}"/>
              </a:ext>
            </a:extLst>
          </p:cNvPr>
          <p:cNvSpPr txBox="1"/>
          <p:nvPr/>
        </p:nvSpPr>
        <p:spPr>
          <a:xfrm>
            <a:off x="4081111" y="1872673"/>
            <a:ext cx="3414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Spatial and Temporal Module</a:t>
            </a:r>
          </a:p>
        </p:txBody>
      </p:sp>
      <p:sp>
        <p:nvSpPr>
          <p:cNvPr id="48" name="Flowchart: Manual Operation 47">
            <a:extLst>
              <a:ext uri="{FF2B5EF4-FFF2-40B4-BE49-F238E27FC236}">
                <a16:creationId xmlns:a16="http://schemas.microsoft.com/office/drawing/2014/main" id="{505E896A-CB74-60ED-389F-225872C10166}"/>
              </a:ext>
            </a:extLst>
          </p:cNvPr>
          <p:cNvSpPr/>
          <p:nvPr/>
        </p:nvSpPr>
        <p:spPr>
          <a:xfrm rot="16200000">
            <a:off x="8798248" y="1329373"/>
            <a:ext cx="769441" cy="1225396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Pose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sp>
        <p:nvSpPr>
          <p:cNvPr id="49" name="Flowchart: Manual Operation 48">
            <a:extLst>
              <a:ext uri="{FF2B5EF4-FFF2-40B4-BE49-F238E27FC236}">
                <a16:creationId xmlns:a16="http://schemas.microsoft.com/office/drawing/2014/main" id="{469A5E41-4968-374D-CD37-F414570546D8}"/>
              </a:ext>
            </a:extLst>
          </p:cNvPr>
          <p:cNvSpPr/>
          <p:nvPr/>
        </p:nvSpPr>
        <p:spPr>
          <a:xfrm rot="16200000">
            <a:off x="8798249" y="2393203"/>
            <a:ext cx="769440" cy="1225396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Rotation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sp>
        <p:nvSpPr>
          <p:cNvPr id="50" name="Flowchart: Manual Operation 49">
            <a:extLst>
              <a:ext uri="{FF2B5EF4-FFF2-40B4-BE49-F238E27FC236}">
                <a16:creationId xmlns:a16="http://schemas.microsoft.com/office/drawing/2014/main" id="{201586E4-9F27-10BF-7312-0F3DB074654D}"/>
              </a:ext>
            </a:extLst>
          </p:cNvPr>
          <p:cNvSpPr/>
          <p:nvPr/>
        </p:nvSpPr>
        <p:spPr>
          <a:xfrm rot="16200000">
            <a:off x="8802310" y="3436696"/>
            <a:ext cx="769441" cy="1217273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Uncertainty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3FA930A-9A7F-E8D2-2444-4623CABBA19B}"/>
              </a:ext>
            </a:extLst>
          </p:cNvPr>
          <p:cNvCxnSpPr>
            <a:stCxn id="27" idx="6"/>
            <a:endCxn id="49" idx="0"/>
          </p:cNvCxnSpPr>
          <p:nvPr/>
        </p:nvCxnSpPr>
        <p:spPr>
          <a:xfrm flipV="1">
            <a:off x="7462755" y="3005901"/>
            <a:ext cx="1107516" cy="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294ACDB3-3C51-DB5F-9E39-81BF33282FD9}"/>
              </a:ext>
            </a:extLst>
          </p:cNvPr>
          <p:cNvCxnSpPr>
            <a:stCxn id="27" idx="6"/>
            <a:endCxn id="48" idx="0"/>
          </p:cNvCxnSpPr>
          <p:nvPr/>
        </p:nvCxnSpPr>
        <p:spPr>
          <a:xfrm flipV="1">
            <a:off x="7462755" y="1942071"/>
            <a:ext cx="1107516" cy="1063832"/>
          </a:xfrm>
          <a:prstGeom prst="bentConnector3">
            <a:avLst>
              <a:gd name="adj1" fmla="val 78504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281338A-EFE1-6292-E329-5BEF0C703E20}"/>
              </a:ext>
            </a:extLst>
          </p:cNvPr>
          <p:cNvCxnSpPr>
            <a:stCxn id="27" idx="6"/>
            <a:endCxn id="50" idx="0"/>
          </p:cNvCxnSpPr>
          <p:nvPr/>
        </p:nvCxnSpPr>
        <p:spPr>
          <a:xfrm>
            <a:off x="7462755" y="3005903"/>
            <a:ext cx="1115639" cy="1039429"/>
          </a:xfrm>
          <a:prstGeom prst="bentConnector3">
            <a:avLst>
              <a:gd name="adj1" fmla="val 7829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C372A14-B0C6-BB0A-4133-7C0F035A25B1}"/>
              </a:ext>
            </a:extLst>
          </p:cNvPr>
          <p:cNvCxnSpPr>
            <a:cxnSpLocks/>
            <a:stCxn id="48" idx="2"/>
            <a:endCxn id="58" idx="1"/>
          </p:cNvCxnSpPr>
          <p:nvPr/>
        </p:nvCxnSpPr>
        <p:spPr>
          <a:xfrm flipV="1">
            <a:off x="9795667" y="1941416"/>
            <a:ext cx="375607" cy="6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1CCE29C-52BE-560A-6535-E887F96AD3F0}"/>
              </a:ext>
            </a:extLst>
          </p:cNvPr>
          <p:cNvCxnSpPr>
            <a:cxnSpLocks/>
            <a:stCxn id="49" idx="2"/>
            <a:endCxn id="59" idx="1"/>
          </p:cNvCxnSpPr>
          <p:nvPr/>
        </p:nvCxnSpPr>
        <p:spPr>
          <a:xfrm flipV="1">
            <a:off x="9795667" y="3005480"/>
            <a:ext cx="370675" cy="4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2456F34-7C7A-91C3-15F4-6F07CFDBEE10}"/>
              </a:ext>
            </a:extLst>
          </p:cNvPr>
          <p:cNvCxnSpPr/>
          <p:nvPr/>
        </p:nvCxnSpPr>
        <p:spPr>
          <a:xfrm>
            <a:off x="9932766" y="1946785"/>
            <a:ext cx="0" cy="44215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2064F30B-E935-96B4-E5F8-B1C98B4D4545}"/>
              </a:ext>
            </a:extLst>
          </p:cNvPr>
          <p:cNvCxnSpPr>
            <a:cxnSpLocks/>
            <a:endCxn id="49" idx="3"/>
          </p:cNvCxnSpPr>
          <p:nvPr/>
        </p:nvCxnSpPr>
        <p:spPr>
          <a:xfrm rot="10800000" flipV="1">
            <a:off x="9182970" y="2388939"/>
            <a:ext cx="749797" cy="30918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0CEF0F6-0FED-CE04-547C-AF4A6FF597A3}"/>
                  </a:ext>
                </a:extLst>
              </p:cNvPr>
              <p:cNvSpPr txBox="1"/>
              <p:nvPr/>
            </p:nvSpPr>
            <p:spPr>
              <a:xfrm>
                <a:off x="10171274" y="1802916"/>
                <a:ext cx="12245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0CEF0F6-0FED-CE04-547C-AF4A6FF59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1802916"/>
                <a:ext cx="1224566" cy="276999"/>
              </a:xfrm>
              <a:prstGeom prst="rect">
                <a:avLst/>
              </a:prstGeom>
              <a:blipFill>
                <a:blip r:embed="rId7"/>
                <a:stretch>
                  <a:fillRect l="-4500" t="-26667" r="-15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BA0237C-E4E3-FD80-397F-81BDBE5DDB01}"/>
                  </a:ext>
                </a:extLst>
              </p:cNvPr>
              <p:cNvSpPr txBox="1"/>
              <p:nvPr/>
            </p:nvSpPr>
            <p:spPr>
              <a:xfrm>
                <a:off x="10166342" y="2863229"/>
                <a:ext cx="1529971" cy="284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b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BA0237C-E4E3-FD80-397F-81BDBE5DD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6342" y="2863229"/>
                <a:ext cx="1529971" cy="284501"/>
              </a:xfrm>
              <a:prstGeom prst="rect">
                <a:avLst/>
              </a:prstGeom>
              <a:blipFill>
                <a:blip r:embed="rId8"/>
                <a:stretch>
                  <a:fillRect l="-2390" t="-1739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04297E8-014C-70AA-C041-449736935C6C}"/>
                  </a:ext>
                </a:extLst>
              </p:cNvPr>
              <p:cNvSpPr txBox="1"/>
              <p:nvPr/>
            </p:nvSpPr>
            <p:spPr>
              <a:xfrm>
                <a:off x="10171274" y="3629834"/>
                <a:ext cx="148899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04297E8-014C-70AA-C041-449736935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3629834"/>
                <a:ext cx="1488997" cy="276999"/>
              </a:xfrm>
              <a:prstGeom prst="rect">
                <a:avLst/>
              </a:prstGeom>
              <a:blipFill>
                <a:blip r:embed="rId9"/>
                <a:stretch>
                  <a:fillRect l="-5328" t="-4348" r="-2049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E006722-CCB5-FF05-AE51-7375A35AA8C8}"/>
                  </a:ext>
                </a:extLst>
              </p:cNvPr>
              <p:cNvSpPr txBox="1"/>
              <p:nvPr/>
            </p:nvSpPr>
            <p:spPr>
              <a:xfrm>
                <a:off x="10171274" y="4203248"/>
                <a:ext cx="1808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E006722-CCB5-FF05-AE51-7375A35AA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4203248"/>
                <a:ext cx="1808910" cy="276999"/>
              </a:xfrm>
              <a:prstGeom prst="rect">
                <a:avLst/>
              </a:prstGeom>
              <a:blipFill>
                <a:blip r:embed="rId10"/>
                <a:stretch>
                  <a:fillRect l="-5068" t="-4444" r="-168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84690D9B-05E9-8BE9-C2AB-A4352D9968DE}"/>
              </a:ext>
            </a:extLst>
          </p:cNvPr>
          <p:cNvCxnSpPr>
            <a:cxnSpLocks/>
            <a:stCxn id="50" idx="2"/>
            <a:endCxn id="60" idx="1"/>
          </p:cNvCxnSpPr>
          <p:nvPr/>
        </p:nvCxnSpPr>
        <p:spPr>
          <a:xfrm flipV="1">
            <a:off x="9795667" y="3768334"/>
            <a:ext cx="375607" cy="27699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6CCADD75-966F-A467-8312-5C406EEFB7C9}"/>
              </a:ext>
            </a:extLst>
          </p:cNvPr>
          <p:cNvCxnSpPr>
            <a:cxnSpLocks/>
            <a:stCxn id="50" idx="2"/>
            <a:endCxn id="61" idx="1"/>
          </p:cNvCxnSpPr>
          <p:nvPr/>
        </p:nvCxnSpPr>
        <p:spPr>
          <a:xfrm>
            <a:off x="9795667" y="4045332"/>
            <a:ext cx="375607" cy="29641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A7710A70-EC87-2AE1-3293-AE0CF270BA18}"/>
                  </a:ext>
                </a:extLst>
              </p:cNvPr>
              <p:cNvSpPr txBox="1"/>
              <p:nvPr/>
            </p:nvSpPr>
            <p:spPr>
              <a:xfrm>
                <a:off x="7516054" y="2703993"/>
                <a:ext cx="7889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A7710A70-EC87-2AE1-3293-AE0CF270B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054" y="2703993"/>
                <a:ext cx="788934" cy="276999"/>
              </a:xfrm>
              <a:prstGeom prst="rect">
                <a:avLst/>
              </a:prstGeom>
              <a:blipFill>
                <a:blip r:embed="rId11"/>
                <a:stretch>
                  <a:fillRect l="-10853" t="-4444" r="-10078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BD68848D-2E8E-2EB1-7277-4DB95B0B4EAA}"/>
                  </a:ext>
                </a:extLst>
              </p:cNvPr>
              <p:cNvSpPr txBox="1"/>
              <p:nvPr/>
            </p:nvSpPr>
            <p:spPr>
              <a:xfrm>
                <a:off x="9982606" y="2246927"/>
                <a:ext cx="9487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BD68848D-2E8E-2EB1-7277-4DB95B0B4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606" y="2246927"/>
                <a:ext cx="948721" cy="276999"/>
              </a:xfrm>
              <a:prstGeom prst="rect">
                <a:avLst/>
              </a:prstGeom>
              <a:blipFill>
                <a:blip r:embed="rId12"/>
                <a:stretch>
                  <a:fillRect l="-5806" t="-26667" r="-27097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5456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BB80DB-095A-3570-754C-0036618B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19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703D1A-3A3E-322C-F77D-D14F40C4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8402272" cy="543697"/>
          </a:xfrm>
        </p:spPr>
        <p:txBody>
          <a:bodyPr>
            <a:normAutofit fontScale="90000"/>
          </a:bodyPr>
          <a:lstStyle/>
          <a:p>
            <a:r>
              <a:rPr lang="en-US" dirty="0"/>
              <a:t>Proposed Method: Spatial and Temporal Module</a:t>
            </a:r>
          </a:p>
        </p:txBody>
      </p:sp>
      <p:pic>
        <p:nvPicPr>
          <p:cNvPr id="87" name="Picture 2" descr="3D Body Keypoint Datasets — MMPose 1.3.2 documentation">
            <a:extLst>
              <a:ext uri="{FF2B5EF4-FFF2-40B4-BE49-F238E27FC236}">
                <a16:creationId xmlns:a16="http://schemas.microsoft.com/office/drawing/2014/main" id="{E4591FF6-4A95-A9F7-CF4A-1D5C7FCC0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57" y="1798014"/>
            <a:ext cx="1068779" cy="241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48C4765E-3728-7A69-2E39-8BF7A81D421A}"/>
              </a:ext>
            </a:extLst>
          </p:cNvPr>
          <p:cNvSpPr/>
          <p:nvPr/>
        </p:nvSpPr>
        <p:spPr>
          <a:xfrm>
            <a:off x="1413043" y="2747981"/>
            <a:ext cx="1111182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Linear</a:t>
            </a:r>
            <a:br>
              <a:rPr lang="en-US" sz="1600" b="1" dirty="0"/>
            </a:br>
            <a:r>
              <a:rPr lang="en-US" sz="1600" b="1" dirty="0"/>
              <a:t>Projection</a:t>
            </a:r>
          </a:p>
        </p:txBody>
      </p:sp>
      <p:sp>
        <p:nvSpPr>
          <p:cNvPr id="89" name="Flowchart: Or 88">
            <a:extLst>
              <a:ext uri="{FF2B5EF4-FFF2-40B4-BE49-F238E27FC236}">
                <a16:creationId xmlns:a16="http://schemas.microsoft.com/office/drawing/2014/main" id="{3C6ED2D3-62D3-F24E-1655-11447B15B7E2}"/>
              </a:ext>
            </a:extLst>
          </p:cNvPr>
          <p:cNvSpPr/>
          <p:nvPr/>
        </p:nvSpPr>
        <p:spPr>
          <a:xfrm>
            <a:off x="3358987" y="2888032"/>
            <a:ext cx="253314" cy="234778"/>
          </a:xfrm>
          <a:prstGeom prst="flowChartOr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C1230BC3-5C4B-68AC-2965-4C8A73B3E586}"/>
              </a:ext>
            </a:extLst>
          </p:cNvPr>
          <p:cNvSpPr/>
          <p:nvPr/>
        </p:nvSpPr>
        <p:spPr>
          <a:xfrm>
            <a:off x="3963025" y="1864021"/>
            <a:ext cx="3532401" cy="213335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77B4F28-83AB-B71A-0786-85021A851E0A}"/>
              </a:ext>
            </a:extLst>
          </p:cNvPr>
          <p:cNvSpPr/>
          <p:nvPr/>
        </p:nvSpPr>
        <p:spPr>
          <a:xfrm>
            <a:off x="4239689" y="2289447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Spatial </a:t>
            </a:r>
            <a:br>
              <a:rPr lang="en-US" sz="1600" b="1" dirty="0"/>
            </a:br>
            <a:r>
              <a:rPr lang="en-US" sz="1600" b="1" dirty="0"/>
              <a:t>GCN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B34728B6-820C-6021-8249-904A77C28164}"/>
              </a:ext>
            </a:extLst>
          </p:cNvPr>
          <p:cNvSpPr/>
          <p:nvPr/>
        </p:nvSpPr>
        <p:spPr>
          <a:xfrm>
            <a:off x="5880194" y="2289447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Temporal GCN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AFF2FCAD-5EE0-499A-670F-43C543904836}"/>
              </a:ext>
            </a:extLst>
          </p:cNvPr>
          <p:cNvSpPr/>
          <p:nvPr/>
        </p:nvSpPr>
        <p:spPr>
          <a:xfrm>
            <a:off x="4239689" y="3205743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Spatial Transformer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DAD96319-EA58-263F-E3CC-7B8E0E1DC14D}"/>
              </a:ext>
            </a:extLst>
          </p:cNvPr>
          <p:cNvSpPr/>
          <p:nvPr/>
        </p:nvSpPr>
        <p:spPr>
          <a:xfrm>
            <a:off x="5880194" y="3207091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Temporal Transformer</a:t>
            </a:r>
          </a:p>
        </p:txBody>
      </p:sp>
      <p:sp>
        <p:nvSpPr>
          <p:cNvPr id="95" name="Flowchart: Summing Junction 94">
            <a:extLst>
              <a:ext uri="{FF2B5EF4-FFF2-40B4-BE49-F238E27FC236}">
                <a16:creationId xmlns:a16="http://schemas.microsoft.com/office/drawing/2014/main" id="{D4085224-26EA-8D7F-4827-C4196A86145A}"/>
              </a:ext>
            </a:extLst>
          </p:cNvPr>
          <p:cNvSpPr/>
          <p:nvPr/>
        </p:nvSpPr>
        <p:spPr>
          <a:xfrm>
            <a:off x="7209441" y="2888995"/>
            <a:ext cx="253314" cy="233815"/>
          </a:xfrm>
          <a:prstGeom prst="flowChartSummingJunction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B186FB3-3894-9B2D-C217-9EB462B5408A}"/>
                  </a:ext>
                </a:extLst>
              </p:cNvPr>
              <p:cNvSpPr txBox="1"/>
              <p:nvPr/>
            </p:nvSpPr>
            <p:spPr>
              <a:xfrm>
                <a:off x="0" y="4099644"/>
                <a:ext cx="154258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2D Keypoints with Confidence</a:t>
                </a:r>
                <a:br>
                  <a:rPr lang="en-US" sz="1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,3]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B186FB3-3894-9B2D-C217-9EB462B54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99644"/>
                <a:ext cx="1542582" cy="861774"/>
              </a:xfrm>
              <a:prstGeom prst="rect">
                <a:avLst/>
              </a:prstGeom>
              <a:blipFill>
                <a:blip r:embed="rId3"/>
                <a:stretch>
                  <a:fillRect l="-1186" t="-2128" r="-1186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E81C661-9F74-9FCD-F4B0-C6BBCC548DE8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 flipV="1">
            <a:off x="1224136" y="3005420"/>
            <a:ext cx="18890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4F36779-EB08-1E1B-0198-053C080255BA}"/>
              </a:ext>
            </a:extLst>
          </p:cNvPr>
          <p:cNvCxnSpPr>
            <a:cxnSpLocks/>
            <a:stCxn id="88" idx="3"/>
            <a:endCxn id="89" idx="2"/>
          </p:cNvCxnSpPr>
          <p:nvPr/>
        </p:nvCxnSpPr>
        <p:spPr>
          <a:xfrm>
            <a:off x="2524225" y="3005420"/>
            <a:ext cx="83476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136357DB-B437-7325-35D8-47DD27EDA628}"/>
              </a:ext>
            </a:extLst>
          </p:cNvPr>
          <p:cNvCxnSpPr>
            <a:cxnSpLocks/>
            <a:stCxn id="89" idx="6"/>
            <a:endCxn id="91" idx="1"/>
          </p:cNvCxnSpPr>
          <p:nvPr/>
        </p:nvCxnSpPr>
        <p:spPr>
          <a:xfrm flipV="1">
            <a:off x="3612301" y="2546886"/>
            <a:ext cx="627388" cy="458535"/>
          </a:xfrm>
          <a:prstGeom prst="bentConnector3">
            <a:avLst>
              <a:gd name="adj1" fmla="val 72348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21D092E4-3E19-31DF-3B93-AB9343FB6C95}"/>
              </a:ext>
            </a:extLst>
          </p:cNvPr>
          <p:cNvCxnSpPr>
            <a:cxnSpLocks/>
            <a:stCxn id="89" idx="6"/>
            <a:endCxn id="93" idx="1"/>
          </p:cNvCxnSpPr>
          <p:nvPr/>
        </p:nvCxnSpPr>
        <p:spPr>
          <a:xfrm>
            <a:off x="3612301" y="3005421"/>
            <a:ext cx="627388" cy="457761"/>
          </a:xfrm>
          <a:prstGeom prst="bentConnector3">
            <a:avLst>
              <a:gd name="adj1" fmla="val 7236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6CE4D7D-F443-A748-2252-70895A52A462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>
          <a:xfrm>
            <a:off x="5508317" y="2546886"/>
            <a:ext cx="3718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826A609-1BC3-A040-97CA-8C44BE703C65}"/>
              </a:ext>
            </a:extLst>
          </p:cNvPr>
          <p:cNvCxnSpPr>
            <a:cxnSpLocks/>
            <a:stCxn id="93" idx="3"/>
            <a:endCxn id="94" idx="1"/>
          </p:cNvCxnSpPr>
          <p:nvPr/>
        </p:nvCxnSpPr>
        <p:spPr>
          <a:xfrm>
            <a:off x="5508317" y="3463182"/>
            <a:ext cx="371877" cy="13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7D6E6000-318A-1298-33ED-201EAE1D0FF0}"/>
              </a:ext>
            </a:extLst>
          </p:cNvPr>
          <p:cNvCxnSpPr>
            <a:cxnSpLocks/>
            <a:stCxn id="92" idx="3"/>
            <a:endCxn id="95" idx="0"/>
          </p:cNvCxnSpPr>
          <p:nvPr/>
        </p:nvCxnSpPr>
        <p:spPr>
          <a:xfrm>
            <a:off x="7148822" y="2546886"/>
            <a:ext cx="187276" cy="34210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FB564391-7F43-E7BE-DC8A-E9658B6BCB94}"/>
              </a:ext>
            </a:extLst>
          </p:cNvPr>
          <p:cNvCxnSpPr>
            <a:cxnSpLocks/>
            <a:stCxn id="94" idx="3"/>
            <a:endCxn id="95" idx="4"/>
          </p:cNvCxnSpPr>
          <p:nvPr/>
        </p:nvCxnSpPr>
        <p:spPr>
          <a:xfrm flipV="1">
            <a:off x="7148822" y="3122810"/>
            <a:ext cx="187276" cy="34172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1E057E3-E4A1-92D9-0D5E-833DD6E14E83}"/>
                  </a:ext>
                </a:extLst>
              </p:cNvPr>
              <p:cNvSpPr txBox="1"/>
              <p:nvPr/>
            </p:nvSpPr>
            <p:spPr>
              <a:xfrm>
                <a:off x="2465834" y="2662627"/>
                <a:ext cx="8938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1E057E3-E4A1-92D9-0D5E-833DD6E14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834" y="2662627"/>
                <a:ext cx="893804" cy="369332"/>
              </a:xfrm>
              <a:prstGeom prst="rect">
                <a:avLst/>
              </a:prstGeom>
              <a:blipFill>
                <a:blip r:embed="rId4"/>
                <a:stretch>
                  <a:fillRect l="-2740" r="-479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66A2ED51-DA07-011D-6822-3D5E685604FD}"/>
              </a:ext>
            </a:extLst>
          </p:cNvPr>
          <p:cNvSpPr txBox="1"/>
          <p:nvPr/>
        </p:nvSpPr>
        <p:spPr>
          <a:xfrm>
            <a:off x="2900979" y="3047683"/>
            <a:ext cx="1141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Spatial</a:t>
            </a:r>
            <a:br>
              <a:rPr lang="en-US" sz="1600" dirty="0"/>
            </a:br>
            <a:r>
              <a:rPr lang="en-US" sz="1600" dirty="0"/>
              <a:t>Position</a:t>
            </a:r>
            <a:br>
              <a:rPr lang="en-US" sz="1600" dirty="0"/>
            </a:br>
            <a:r>
              <a:rPr lang="en-US" sz="1600" dirty="0"/>
              <a:t>Embedding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8DF3117-9929-7498-41A9-84AE05467680}"/>
              </a:ext>
            </a:extLst>
          </p:cNvPr>
          <p:cNvSpPr txBox="1"/>
          <p:nvPr/>
        </p:nvSpPr>
        <p:spPr>
          <a:xfrm>
            <a:off x="5743361" y="2819997"/>
            <a:ext cx="1513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Adaptive 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B704456B-93BE-1FE9-14AB-7782704D03E7}"/>
                  </a:ext>
                </a:extLst>
              </p:cNvPr>
              <p:cNvSpPr txBox="1"/>
              <p:nvPr/>
            </p:nvSpPr>
            <p:spPr>
              <a:xfrm>
                <a:off x="6815807" y="3744952"/>
                <a:ext cx="39363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B704456B-93BE-1FE9-14AB-7782704D0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807" y="3744952"/>
                <a:ext cx="393634" cy="246221"/>
              </a:xfrm>
              <a:prstGeom prst="rect">
                <a:avLst/>
              </a:prstGeom>
              <a:blipFill>
                <a:blip r:embed="rId5"/>
                <a:stretch>
                  <a:fillRect l="-7692" r="-9231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2DE6FACB-BB3F-5371-94A7-90C06A548170}"/>
              </a:ext>
            </a:extLst>
          </p:cNvPr>
          <p:cNvSpPr txBox="1"/>
          <p:nvPr/>
        </p:nvSpPr>
        <p:spPr>
          <a:xfrm>
            <a:off x="4081111" y="1872673"/>
            <a:ext cx="3414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Spatial and Temporal Module</a:t>
            </a:r>
          </a:p>
        </p:txBody>
      </p:sp>
      <p:sp>
        <p:nvSpPr>
          <p:cNvPr id="110" name="Flowchart: Manual Operation 109">
            <a:extLst>
              <a:ext uri="{FF2B5EF4-FFF2-40B4-BE49-F238E27FC236}">
                <a16:creationId xmlns:a16="http://schemas.microsoft.com/office/drawing/2014/main" id="{EA696F9A-1743-2B17-568A-FA6AAF9CD778}"/>
              </a:ext>
            </a:extLst>
          </p:cNvPr>
          <p:cNvSpPr/>
          <p:nvPr/>
        </p:nvSpPr>
        <p:spPr>
          <a:xfrm rot="16200000">
            <a:off x="8798248" y="1329373"/>
            <a:ext cx="769441" cy="1225396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Pose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sp>
        <p:nvSpPr>
          <p:cNvPr id="111" name="Flowchart: Manual Operation 110">
            <a:extLst>
              <a:ext uri="{FF2B5EF4-FFF2-40B4-BE49-F238E27FC236}">
                <a16:creationId xmlns:a16="http://schemas.microsoft.com/office/drawing/2014/main" id="{AA6E7554-BBE5-9F2D-3AE7-E19C42F7EDCD}"/>
              </a:ext>
            </a:extLst>
          </p:cNvPr>
          <p:cNvSpPr/>
          <p:nvPr/>
        </p:nvSpPr>
        <p:spPr>
          <a:xfrm rot="16200000">
            <a:off x="8798249" y="2393203"/>
            <a:ext cx="769440" cy="1225396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Rotation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sp>
        <p:nvSpPr>
          <p:cNvPr id="112" name="Flowchart: Manual Operation 111">
            <a:extLst>
              <a:ext uri="{FF2B5EF4-FFF2-40B4-BE49-F238E27FC236}">
                <a16:creationId xmlns:a16="http://schemas.microsoft.com/office/drawing/2014/main" id="{83717215-15A7-85AF-0D6A-EF4229D837F9}"/>
              </a:ext>
            </a:extLst>
          </p:cNvPr>
          <p:cNvSpPr/>
          <p:nvPr/>
        </p:nvSpPr>
        <p:spPr>
          <a:xfrm rot="16200000">
            <a:off x="8802310" y="3436696"/>
            <a:ext cx="769441" cy="1217273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Uncertainty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9CA1068-BCC3-0607-4503-9841D38868BE}"/>
              </a:ext>
            </a:extLst>
          </p:cNvPr>
          <p:cNvCxnSpPr>
            <a:stCxn id="95" idx="6"/>
            <a:endCxn id="111" idx="0"/>
          </p:cNvCxnSpPr>
          <p:nvPr/>
        </p:nvCxnSpPr>
        <p:spPr>
          <a:xfrm flipV="1">
            <a:off x="7462755" y="3005901"/>
            <a:ext cx="1107516" cy="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A2620EBF-5568-756C-DC64-338B5DE5228C}"/>
              </a:ext>
            </a:extLst>
          </p:cNvPr>
          <p:cNvCxnSpPr>
            <a:stCxn id="95" idx="6"/>
            <a:endCxn id="110" idx="0"/>
          </p:cNvCxnSpPr>
          <p:nvPr/>
        </p:nvCxnSpPr>
        <p:spPr>
          <a:xfrm flipV="1">
            <a:off x="7462755" y="1942071"/>
            <a:ext cx="1107516" cy="1063832"/>
          </a:xfrm>
          <a:prstGeom prst="bentConnector3">
            <a:avLst>
              <a:gd name="adj1" fmla="val 78504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F7588853-9BB7-7051-9475-FB733DCF20E1}"/>
              </a:ext>
            </a:extLst>
          </p:cNvPr>
          <p:cNvCxnSpPr>
            <a:stCxn id="95" idx="6"/>
            <a:endCxn id="112" idx="0"/>
          </p:cNvCxnSpPr>
          <p:nvPr/>
        </p:nvCxnSpPr>
        <p:spPr>
          <a:xfrm>
            <a:off x="7462755" y="3005903"/>
            <a:ext cx="1115639" cy="1039429"/>
          </a:xfrm>
          <a:prstGeom prst="bentConnector3">
            <a:avLst>
              <a:gd name="adj1" fmla="val 7829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6204F4E-ACAE-C17E-F83A-6AD8D09C43EA}"/>
              </a:ext>
            </a:extLst>
          </p:cNvPr>
          <p:cNvCxnSpPr>
            <a:cxnSpLocks/>
            <a:stCxn id="110" idx="2"/>
            <a:endCxn id="120" idx="1"/>
          </p:cNvCxnSpPr>
          <p:nvPr/>
        </p:nvCxnSpPr>
        <p:spPr>
          <a:xfrm flipV="1">
            <a:off x="9795667" y="1941416"/>
            <a:ext cx="375607" cy="6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393009B9-4347-B268-1B1F-55DBE944A712}"/>
              </a:ext>
            </a:extLst>
          </p:cNvPr>
          <p:cNvCxnSpPr>
            <a:cxnSpLocks/>
            <a:stCxn id="111" idx="2"/>
            <a:endCxn id="121" idx="1"/>
          </p:cNvCxnSpPr>
          <p:nvPr/>
        </p:nvCxnSpPr>
        <p:spPr>
          <a:xfrm flipV="1">
            <a:off x="9795667" y="3005480"/>
            <a:ext cx="370675" cy="4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85B62AF-E1F4-4F75-0443-9DA9DAFAA55B}"/>
              </a:ext>
            </a:extLst>
          </p:cNvPr>
          <p:cNvCxnSpPr/>
          <p:nvPr/>
        </p:nvCxnSpPr>
        <p:spPr>
          <a:xfrm>
            <a:off x="9932766" y="1946785"/>
            <a:ext cx="0" cy="44215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195D4ECE-03DB-8D67-9EA1-CECEEDDC64AE}"/>
              </a:ext>
            </a:extLst>
          </p:cNvPr>
          <p:cNvCxnSpPr>
            <a:cxnSpLocks/>
            <a:endCxn id="111" idx="3"/>
          </p:cNvCxnSpPr>
          <p:nvPr/>
        </p:nvCxnSpPr>
        <p:spPr>
          <a:xfrm rot="10800000" flipV="1">
            <a:off x="9182970" y="2388939"/>
            <a:ext cx="749797" cy="30918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A3827BB-D31A-1C89-02F7-C58231599BA5}"/>
                  </a:ext>
                </a:extLst>
              </p:cNvPr>
              <p:cNvSpPr txBox="1"/>
              <p:nvPr/>
            </p:nvSpPr>
            <p:spPr>
              <a:xfrm>
                <a:off x="10171274" y="1802916"/>
                <a:ext cx="12245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A3827BB-D31A-1C89-02F7-C58231599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1802916"/>
                <a:ext cx="1224566" cy="276999"/>
              </a:xfrm>
              <a:prstGeom prst="rect">
                <a:avLst/>
              </a:prstGeom>
              <a:blipFill>
                <a:blip r:embed="rId6"/>
                <a:stretch>
                  <a:fillRect l="-4500" t="-26667" r="-15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DA21020-87D8-35C6-48BA-60C95BB43A1D}"/>
                  </a:ext>
                </a:extLst>
              </p:cNvPr>
              <p:cNvSpPr txBox="1"/>
              <p:nvPr/>
            </p:nvSpPr>
            <p:spPr>
              <a:xfrm>
                <a:off x="10166342" y="2863229"/>
                <a:ext cx="1529971" cy="284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b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DA21020-87D8-35C6-48BA-60C95BB43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6342" y="2863229"/>
                <a:ext cx="1529971" cy="284501"/>
              </a:xfrm>
              <a:prstGeom prst="rect">
                <a:avLst/>
              </a:prstGeom>
              <a:blipFill>
                <a:blip r:embed="rId7"/>
                <a:stretch>
                  <a:fillRect l="-2390" t="-1739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38CBE68-92E2-F7B3-7FE5-4E1E7B2E9E9A}"/>
                  </a:ext>
                </a:extLst>
              </p:cNvPr>
              <p:cNvSpPr txBox="1"/>
              <p:nvPr/>
            </p:nvSpPr>
            <p:spPr>
              <a:xfrm>
                <a:off x="10171274" y="3629834"/>
                <a:ext cx="148899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38CBE68-92E2-F7B3-7FE5-4E1E7B2E9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3629834"/>
                <a:ext cx="1488997" cy="276999"/>
              </a:xfrm>
              <a:prstGeom prst="rect">
                <a:avLst/>
              </a:prstGeom>
              <a:blipFill>
                <a:blip r:embed="rId8"/>
                <a:stretch>
                  <a:fillRect l="-5328" t="-4348" r="-2049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1F80462-50C6-806E-F0E8-7FAD3BEAAC01}"/>
                  </a:ext>
                </a:extLst>
              </p:cNvPr>
              <p:cNvSpPr txBox="1"/>
              <p:nvPr/>
            </p:nvSpPr>
            <p:spPr>
              <a:xfrm>
                <a:off x="10171274" y="4203248"/>
                <a:ext cx="1808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1F80462-50C6-806E-F0E8-7FAD3BEAA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4203248"/>
                <a:ext cx="1808910" cy="276999"/>
              </a:xfrm>
              <a:prstGeom prst="rect">
                <a:avLst/>
              </a:prstGeom>
              <a:blipFill>
                <a:blip r:embed="rId9"/>
                <a:stretch>
                  <a:fillRect l="-5068" t="-4444" r="-168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59FCFA15-C0E4-6BE4-1B3A-2D49943798BF}"/>
              </a:ext>
            </a:extLst>
          </p:cNvPr>
          <p:cNvCxnSpPr>
            <a:cxnSpLocks/>
            <a:stCxn id="112" idx="2"/>
            <a:endCxn id="122" idx="1"/>
          </p:cNvCxnSpPr>
          <p:nvPr/>
        </p:nvCxnSpPr>
        <p:spPr>
          <a:xfrm flipV="1">
            <a:off x="9795667" y="3768334"/>
            <a:ext cx="375607" cy="27699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DA374B4D-D019-FDAD-F0A0-56403EE79CE0}"/>
              </a:ext>
            </a:extLst>
          </p:cNvPr>
          <p:cNvCxnSpPr>
            <a:cxnSpLocks/>
            <a:stCxn id="112" idx="2"/>
            <a:endCxn id="123" idx="1"/>
          </p:cNvCxnSpPr>
          <p:nvPr/>
        </p:nvCxnSpPr>
        <p:spPr>
          <a:xfrm>
            <a:off x="9795667" y="4045332"/>
            <a:ext cx="375607" cy="29641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6B8F925C-FA76-4050-172A-CCEAAF067D21}"/>
                  </a:ext>
                </a:extLst>
              </p:cNvPr>
              <p:cNvSpPr txBox="1"/>
              <p:nvPr/>
            </p:nvSpPr>
            <p:spPr>
              <a:xfrm>
                <a:off x="7516054" y="2703993"/>
                <a:ext cx="7889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6B8F925C-FA76-4050-172A-CCEAAF067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054" y="2703993"/>
                <a:ext cx="788934" cy="276999"/>
              </a:xfrm>
              <a:prstGeom prst="rect">
                <a:avLst/>
              </a:prstGeom>
              <a:blipFill>
                <a:blip r:embed="rId10"/>
                <a:stretch>
                  <a:fillRect l="-10853" t="-4444" r="-10078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EB8996F-E7CD-89F3-9897-4A395CB6819F}"/>
              </a:ext>
            </a:extLst>
          </p:cNvPr>
          <p:cNvSpPr/>
          <p:nvPr/>
        </p:nvSpPr>
        <p:spPr>
          <a:xfrm>
            <a:off x="1270694" y="1612196"/>
            <a:ext cx="7060877" cy="2551672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55AF97A-A426-9576-2A48-32654DD32BEA}"/>
                  </a:ext>
                </a:extLst>
              </p:cNvPr>
              <p:cNvSpPr txBox="1"/>
              <p:nvPr/>
            </p:nvSpPr>
            <p:spPr>
              <a:xfrm>
                <a:off x="9982606" y="2246927"/>
                <a:ext cx="9487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55AF97A-A426-9576-2A48-32654DD32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606" y="2246927"/>
                <a:ext cx="948721" cy="276999"/>
              </a:xfrm>
              <a:prstGeom prst="rect">
                <a:avLst/>
              </a:prstGeom>
              <a:blipFill>
                <a:blip r:embed="rId11"/>
                <a:stretch>
                  <a:fillRect l="-5806" t="-26667" r="-27097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785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080BE0-D422-E6E6-60EC-C1936E6C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20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6A9C2-70A9-A0F9-7361-BA3D40BC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8729726" cy="543697"/>
          </a:xfrm>
        </p:spPr>
        <p:txBody>
          <a:bodyPr>
            <a:normAutofit fontScale="90000"/>
          </a:bodyPr>
          <a:lstStyle/>
          <a:p>
            <a:r>
              <a:rPr lang="en-US" dirty="0"/>
              <a:t>Proposed Method: Spatial and Temporal Module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C40A02-4715-69DF-F603-4AAB19334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936" y="4762738"/>
            <a:ext cx="4680125" cy="88168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F66D7C-FC09-9BCC-EB82-715CB384CC16}"/>
              </a:ext>
            </a:extLst>
          </p:cNvPr>
          <p:cNvSpPr/>
          <p:nvPr/>
        </p:nvSpPr>
        <p:spPr>
          <a:xfrm>
            <a:off x="3785047" y="4424783"/>
            <a:ext cx="4629014" cy="3181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Linear Projection</a:t>
            </a:r>
          </a:p>
        </p:txBody>
      </p:sp>
      <p:sp>
        <p:nvSpPr>
          <p:cNvPr id="8" name="Flowchart: Or 7">
            <a:extLst>
              <a:ext uri="{FF2B5EF4-FFF2-40B4-BE49-F238E27FC236}">
                <a16:creationId xmlns:a16="http://schemas.microsoft.com/office/drawing/2014/main" id="{CB89016C-5A87-2C31-8AA0-DF6C1EE83050}"/>
              </a:ext>
            </a:extLst>
          </p:cNvPr>
          <p:cNvSpPr/>
          <p:nvPr/>
        </p:nvSpPr>
        <p:spPr>
          <a:xfrm>
            <a:off x="5972897" y="4028450"/>
            <a:ext cx="253314" cy="234778"/>
          </a:xfrm>
          <a:prstGeom prst="flowChartOr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908362-7F36-6B6E-256A-1F973533E4B3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V="1">
            <a:off x="6099554" y="4263228"/>
            <a:ext cx="0" cy="1615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134AEEB-BE3D-8CE0-705E-D6B719C52C22}"/>
              </a:ext>
            </a:extLst>
          </p:cNvPr>
          <p:cNvSpPr txBox="1"/>
          <p:nvPr/>
        </p:nvSpPr>
        <p:spPr>
          <a:xfrm>
            <a:off x="3988934" y="3853453"/>
            <a:ext cx="1455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Spatial Position Embedding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F660B4B-302B-4BA6-9D49-C22AD8A4F64C}"/>
              </a:ext>
            </a:extLst>
          </p:cNvPr>
          <p:cNvCxnSpPr>
            <a:stCxn id="14" idx="3"/>
            <a:endCxn id="8" idx="2"/>
          </p:cNvCxnSpPr>
          <p:nvPr/>
        </p:nvCxnSpPr>
        <p:spPr>
          <a:xfrm flipV="1">
            <a:off x="5443940" y="4145839"/>
            <a:ext cx="52895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07EA3D-A32E-5E00-080A-468770741D85}"/>
                  </a:ext>
                </a:extLst>
              </p:cNvPr>
              <p:cNvSpPr txBox="1"/>
              <p:nvPr/>
            </p:nvSpPr>
            <p:spPr>
              <a:xfrm>
                <a:off x="6226211" y="4017007"/>
                <a:ext cx="234301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07EA3D-A32E-5E00-080A-468770741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211" y="4017007"/>
                <a:ext cx="2343014" cy="246221"/>
              </a:xfrm>
              <a:prstGeom prst="rect">
                <a:avLst/>
              </a:prstGeom>
              <a:blipFill>
                <a:blip r:embed="rId4"/>
                <a:stretch>
                  <a:fillRect l="-1299" t="-25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07ACE75C-BDE0-6F9C-9630-2A43715A1FA8}"/>
              </a:ext>
            </a:extLst>
          </p:cNvPr>
          <p:cNvSpPr/>
          <p:nvPr/>
        </p:nvSpPr>
        <p:spPr>
          <a:xfrm>
            <a:off x="3337134" y="2178438"/>
            <a:ext cx="5617902" cy="171844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4A85819-511C-FC23-39B4-BBB08E4413EC}"/>
              </a:ext>
            </a:extLst>
          </p:cNvPr>
          <p:cNvSpPr/>
          <p:nvPr/>
        </p:nvSpPr>
        <p:spPr>
          <a:xfrm>
            <a:off x="3451044" y="3330482"/>
            <a:ext cx="2521854" cy="318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Spatial GCNFormer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C9F4FC2-773D-3503-BB4E-D052BF2AC243}"/>
              </a:ext>
            </a:extLst>
          </p:cNvPr>
          <p:cNvSpPr/>
          <p:nvPr/>
        </p:nvSpPr>
        <p:spPr>
          <a:xfrm>
            <a:off x="3451044" y="2823021"/>
            <a:ext cx="2521854" cy="318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Temporal GCNFormer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2073E2C-8ECF-8CEE-D8C1-2C5F62431805}"/>
              </a:ext>
            </a:extLst>
          </p:cNvPr>
          <p:cNvSpPr/>
          <p:nvPr/>
        </p:nvSpPr>
        <p:spPr>
          <a:xfrm>
            <a:off x="6226211" y="2818621"/>
            <a:ext cx="2614530" cy="318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Temporal Transformer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1A34405-CC12-3734-4ABA-D78AE654CDD1}"/>
              </a:ext>
            </a:extLst>
          </p:cNvPr>
          <p:cNvSpPr/>
          <p:nvPr/>
        </p:nvSpPr>
        <p:spPr>
          <a:xfrm>
            <a:off x="6226210" y="3330482"/>
            <a:ext cx="2614530" cy="318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Spatial Transformer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5BB8EA4-C5A2-6778-2DC7-D6413C7A7958}"/>
              </a:ext>
            </a:extLst>
          </p:cNvPr>
          <p:cNvCxnSpPr>
            <a:cxnSpLocks/>
            <a:stCxn id="8" idx="0"/>
            <a:endCxn id="30" idx="2"/>
          </p:cNvCxnSpPr>
          <p:nvPr/>
        </p:nvCxnSpPr>
        <p:spPr>
          <a:xfrm rot="16200000" flipV="1">
            <a:off x="5216249" y="3145144"/>
            <a:ext cx="379028" cy="1387583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CE63EE2-E70E-6108-7890-0A5D47828D05}"/>
              </a:ext>
            </a:extLst>
          </p:cNvPr>
          <p:cNvCxnSpPr>
            <a:cxnSpLocks/>
            <a:stCxn id="8" idx="0"/>
            <a:endCxn id="33" idx="2"/>
          </p:cNvCxnSpPr>
          <p:nvPr/>
        </p:nvCxnSpPr>
        <p:spPr>
          <a:xfrm rot="5400000" flipH="1" flipV="1">
            <a:off x="6627000" y="3121976"/>
            <a:ext cx="379028" cy="143392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BDBB219-CC8D-FAA3-3A05-EAAADDA74A57}"/>
              </a:ext>
            </a:extLst>
          </p:cNvPr>
          <p:cNvCxnSpPr>
            <a:cxnSpLocks/>
            <a:stCxn id="30" idx="0"/>
            <a:endCxn id="31" idx="2"/>
          </p:cNvCxnSpPr>
          <p:nvPr/>
        </p:nvCxnSpPr>
        <p:spPr>
          <a:xfrm flipV="1">
            <a:off x="4711971" y="3141847"/>
            <a:ext cx="0" cy="188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45EEF1-BA0F-FCB7-CEF5-4014056D00DB}"/>
              </a:ext>
            </a:extLst>
          </p:cNvPr>
          <p:cNvCxnSpPr>
            <a:cxnSpLocks/>
            <a:stCxn id="33" idx="0"/>
            <a:endCxn id="32" idx="2"/>
          </p:cNvCxnSpPr>
          <p:nvPr/>
        </p:nvCxnSpPr>
        <p:spPr>
          <a:xfrm flipV="1">
            <a:off x="7533475" y="3137447"/>
            <a:ext cx="1" cy="1930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Summing Junction 44">
            <a:extLst>
              <a:ext uri="{FF2B5EF4-FFF2-40B4-BE49-F238E27FC236}">
                <a16:creationId xmlns:a16="http://schemas.microsoft.com/office/drawing/2014/main" id="{86AB557B-2133-577B-9E9B-78B961CB94DF}"/>
              </a:ext>
            </a:extLst>
          </p:cNvPr>
          <p:cNvSpPr/>
          <p:nvPr/>
        </p:nvSpPr>
        <p:spPr>
          <a:xfrm>
            <a:off x="5972897" y="2230807"/>
            <a:ext cx="253314" cy="233815"/>
          </a:xfrm>
          <a:prstGeom prst="flowChartSummingJunction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85BA3BF7-7951-2F89-3BE7-DEF09C6B7A25}"/>
              </a:ext>
            </a:extLst>
          </p:cNvPr>
          <p:cNvCxnSpPr>
            <a:cxnSpLocks/>
            <a:stCxn id="31" idx="0"/>
            <a:endCxn id="45" idx="4"/>
          </p:cNvCxnSpPr>
          <p:nvPr/>
        </p:nvCxnSpPr>
        <p:spPr>
          <a:xfrm rot="5400000" flipH="1" flipV="1">
            <a:off x="5226563" y="1950031"/>
            <a:ext cx="358399" cy="1387583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9795F7B-AABE-3FE3-50BE-18BC8F63321B}"/>
              </a:ext>
            </a:extLst>
          </p:cNvPr>
          <p:cNvCxnSpPr>
            <a:cxnSpLocks/>
            <a:stCxn id="32" idx="0"/>
            <a:endCxn id="45" idx="4"/>
          </p:cNvCxnSpPr>
          <p:nvPr/>
        </p:nvCxnSpPr>
        <p:spPr>
          <a:xfrm rot="16200000" flipV="1">
            <a:off x="6639516" y="1924661"/>
            <a:ext cx="353999" cy="1433922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7DE9D25-D574-B9F1-746B-C2107257DE98}"/>
              </a:ext>
            </a:extLst>
          </p:cNvPr>
          <p:cNvSpPr txBox="1"/>
          <p:nvPr/>
        </p:nvSpPr>
        <p:spPr>
          <a:xfrm>
            <a:off x="3881581" y="2178438"/>
            <a:ext cx="15623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Adaptive Fusion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6CFFC0C-6483-A895-4887-3C8770BB1852}"/>
              </a:ext>
            </a:extLst>
          </p:cNvPr>
          <p:cNvCxnSpPr>
            <a:cxnSpLocks/>
            <a:stCxn id="53" idx="3"/>
            <a:endCxn id="45" idx="2"/>
          </p:cNvCxnSpPr>
          <p:nvPr/>
        </p:nvCxnSpPr>
        <p:spPr>
          <a:xfrm>
            <a:off x="5443940" y="2347715"/>
            <a:ext cx="528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7638DA3-DC3D-8C09-5669-E033DDF6BB3A}"/>
              </a:ext>
            </a:extLst>
          </p:cNvPr>
          <p:cNvCxnSpPr>
            <a:cxnSpLocks/>
            <a:stCxn id="45" idx="0"/>
          </p:cNvCxnSpPr>
          <p:nvPr/>
        </p:nvCxnSpPr>
        <p:spPr>
          <a:xfrm flipH="1" flipV="1">
            <a:off x="6096000" y="1976471"/>
            <a:ext cx="3554" cy="2543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6E80A20-A723-C392-E07B-302AB66B7EAE}"/>
                  </a:ext>
                </a:extLst>
              </p:cNvPr>
              <p:cNvSpPr txBox="1"/>
              <p:nvPr/>
            </p:nvSpPr>
            <p:spPr>
              <a:xfrm>
                <a:off x="5708418" y="5553462"/>
                <a:ext cx="8501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6E80A20-A723-C392-E07B-302AB66B7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418" y="5553462"/>
                <a:ext cx="850169" cy="307777"/>
              </a:xfrm>
              <a:prstGeom prst="rect">
                <a:avLst/>
              </a:prstGeom>
              <a:blipFill>
                <a:blip r:embed="rId5"/>
                <a:stretch>
                  <a:fillRect l="-10714" t="-2000" r="-10000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F5CD216-6A98-0A44-6274-7A1576E0D79F}"/>
                  </a:ext>
                </a:extLst>
              </p:cNvPr>
              <p:cNvSpPr txBox="1"/>
              <p:nvPr/>
            </p:nvSpPr>
            <p:spPr>
              <a:xfrm>
                <a:off x="5651679" y="1590436"/>
                <a:ext cx="88864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F5CD216-6A98-0A44-6274-7A1576E0D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679" y="1590436"/>
                <a:ext cx="888641" cy="307777"/>
              </a:xfrm>
              <a:prstGeom prst="rect">
                <a:avLst/>
              </a:prstGeom>
              <a:blipFill>
                <a:blip r:embed="rId6"/>
                <a:stretch>
                  <a:fillRect l="-10274" t="-2000" r="-10274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TextBox 149">
            <a:extLst>
              <a:ext uri="{FF2B5EF4-FFF2-40B4-BE49-F238E27FC236}">
                <a16:creationId xmlns:a16="http://schemas.microsoft.com/office/drawing/2014/main" id="{A20345AA-AD82-19D0-BD4B-7CC0727CC365}"/>
              </a:ext>
            </a:extLst>
          </p:cNvPr>
          <p:cNvSpPr txBox="1"/>
          <p:nvPr/>
        </p:nvSpPr>
        <p:spPr>
          <a:xfrm>
            <a:off x="0" y="5919812"/>
            <a:ext cx="12130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i="1" dirty="0" err="1"/>
              <a:t>Motionagformer</a:t>
            </a:r>
            <a:r>
              <a:rPr lang="en-US" sz="1400" i="1" dirty="0"/>
              <a:t>: Enhancing 3d human pose estimation with a transformer-</a:t>
            </a:r>
            <a:r>
              <a:rPr lang="en-US" sz="1400" i="1" dirty="0" err="1"/>
              <a:t>gcnformer</a:t>
            </a:r>
            <a:r>
              <a:rPr lang="en-US" sz="1400" i="1" dirty="0"/>
              <a:t> network.” </a:t>
            </a:r>
            <a:r>
              <a:rPr lang="en-US" sz="1400" dirty="0"/>
              <a:t>[Mehraban et al., WACV’24]</a:t>
            </a:r>
            <a:endParaRPr lang="en-US" sz="1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37D94EDB-85A2-76F6-0FC3-2E2090597AF8}"/>
                  </a:ext>
                </a:extLst>
              </p:cNvPr>
              <p:cNvSpPr txBox="1"/>
              <p:nvPr/>
            </p:nvSpPr>
            <p:spPr>
              <a:xfrm>
                <a:off x="7434617" y="2274257"/>
                <a:ext cx="88915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=26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37D94EDB-85A2-76F6-0FC3-2E2090597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617" y="2274257"/>
                <a:ext cx="889154" cy="246221"/>
              </a:xfrm>
              <a:prstGeom prst="rect">
                <a:avLst/>
              </a:prstGeom>
              <a:blipFill>
                <a:blip r:embed="rId7"/>
                <a:stretch>
                  <a:fillRect l="-4138" r="-4138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TextBox 158">
            <a:extLst>
              <a:ext uri="{FF2B5EF4-FFF2-40B4-BE49-F238E27FC236}">
                <a16:creationId xmlns:a16="http://schemas.microsoft.com/office/drawing/2014/main" id="{7EE6445E-1E10-49AE-8427-0E91C1F0F94A}"/>
              </a:ext>
            </a:extLst>
          </p:cNvPr>
          <p:cNvSpPr txBox="1"/>
          <p:nvPr/>
        </p:nvSpPr>
        <p:spPr>
          <a:xfrm>
            <a:off x="7683194" y="1733184"/>
            <a:ext cx="37830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MotionAGFormer Backbone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09E6EF-0A03-7052-6602-6EEE576699F2}"/>
              </a:ext>
            </a:extLst>
          </p:cNvPr>
          <p:cNvSpPr txBox="1"/>
          <p:nvPr/>
        </p:nvSpPr>
        <p:spPr>
          <a:xfrm>
            <a:off x="0" y="1015313"/>
            <a:ext cx="117265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module jointly models temporal motion dynamics and spatial joint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098597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B2F753-67AD-AC93-A4F9-58CD5A10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21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D908A6-B656-B164-0308-0BE0141C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Pose Branch</a:t>
            </a:r>
          </a:p>
        </p:txBody>
      </p:sp>
      <p:pic>
        <p:nvPicPr>
          <p:cNvPr id="87" name="Picture 2" descr="3D Body Keypoint Datasets — MMPose 1.3.2 documentation">
            <a:extLst>
              <a:ext uri="{FF2B5EF4-FFF2-40B4-BE49-F238E27FC236}">
                <a16:creationId xmlns:a16="http://schemas.microsoft.com/office/drawing/2014/main" id="{4C1DA380-1BBE-4B4D-85F0-6E2246340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57" y="1798014"/>
            <a:ext cx="1068779" cy="241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BB02A4FB-8AE1-82ED-E386-8F6C7D80D392}"/>
              </a:ext>
            </a:extLst>
          </p:cNvPr>
          <p:cNvSpPr/>
          <p:nvPr/>
        </p:nvSpPr>
        <p:spPr>
          <a:xfrm>
            <a:off x="1413043" y="2747981"/>
            <a:ext cx="1111182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Linear</a:t>
            </a:r>
            <a:br>
              <a:rPr lang="en-US" sz="1600" b="1" dirty="0"/>
            </a:br>
            <a:r>
              <a:rPr lang="en-US" sz="1600" b="1" dirty="0"/>
              <a:t>Projection</a:t>
            </a:r>
          </a:p>
        </p:txBody>
      </p:sp>
      <p:sp>
        <p:nvSpPr>
          <p:cNvPr id="89" name="Flowchart: Or 88">
            <a:extLst>
              <a:ext uri="{FF2B5EF4-FFF2-40B4-BE49-F238E27FC236}">
                <a16:creationId xmlns:a16="http://schemas.microsoft.com/office/drawing/2014/main" id="{9E48AADF-390F-194E-CAC6-72B3968069C8}"/>
              </a:ext>
            </a:extLst>
          </p:cNvPr>
          <p:cNvSpPr/>
          <p:nvPr/>
        </p:nvSpPr>
        <p:spPr>
          <a:xfrm>
            <a:off x="3358987" y="2888032"/>
            <a:ext cx="253314" cy="234778"/>
          </a:xfrm>
          <a:prstGeom prst="flowChartOr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2360ED6B-7EF5-FA60-CFC4-D906EBD69FD7}"/>
              </a:ext>
            </a:extLst>
          </p:cNvPr>
          <p:cNvSpPr/>
          <p:nvPr/>
        </p:nvSpPr>
        <p:spPr>
          <a:xfrm>
            <a:off x="3963025" y="1864021"/>
            <a:ext cx="3532401" cy="213335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CDCFC094-10E7-E9B4-0A12-C58AA0A8903E}"/>
              </a:ext>
            </a:extLst>
          </p:cNvPr>
          <p:cNvSpPr/>
          <p:nvPr/>
        </p:nvSpPr>
        <p:spPr>
          <a:xfrm>
            <a:off x="4239689" y="2289447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Spatial </a:t>
            </a:r>
            <a:br>
              <a:rPr lang="en-US" sz="1600" b="1" dirty="0"/>
            </a:br>
            <a:r>
              <a:rPr lang="en-US" sz="1600" b="1" dirty="0"/>
              <a:t>GCN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E285C412-E6ED-C9BC-046C-7ABE907CF99D}"/>
              </a:ext>
            </a:extLst>
          </p:cNvPr>
          <p:cNvSpPr/>
          <p:nvPr/>
        </p:nvSpPr>
        <p:spPr>
          <a:xfrm>
            <a:off x="5880194" y="2289447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Temporal GCN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E7AC670-2337-242F-4989-86655E36FDFE}"/>
              </a:ext>
            </a:extLst>
          </p:cNvPr>
          <p:cNvSpPr/>
          <p:nvPr/>
        </p:nvSpPr>
        <p:spPr>
          <a:xfrm>
            <a:off x="4239689" y="3205743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Spatial Transformer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7D281DAC-F00F-71E1-98F9-60A9BE12BDF3}"/>
              </a:ext>
            </a:extLst>
          </p:cNvPr>
          <p:cNvSpPr/>
          <p:nvPr/>
        </p:nvSpPr>
        <p:spPr>
          <a:xfrm>
            <a:off x="5880194" y="3207091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Temporal Transformer</a:t>
            </a:r>
          </a:p>
        </p:txBody>
      </p:sp>
      <p:sp>
        <p:nvSpPr>
          <p:cNvPr id="95" name="Flowchart: Summing Junction 94">
            <a:extLst>
              <a:ext uri="{FF2B5EF4-FFF2-40B4-BE49-F238E27FC236}">
                <a16:creationId xmlns:a16="http://schemas.microsoft.com/office/drawing/2014/main" id="{C4A9EB56-1AD6-62EC-6B43-28B3104809D7}"/>
              </a:ext>
            </a:extLst>
          </p:cNvPr>
          <p:cNvSpPr/>
          <p:nvPr/>
        </p:nvSpPr>
        <p:spPr>
          <a:xfrm>
            <a:off x="7209441" y="2888995"/>
            <a:ext cx="253314" cy="233815"/>
          </a:xfrm>
          <a:prstGeom prst="flowChartSummingJunction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37415AA-EB52-73E5-0929-09539C534708}"/>
                  </a:ext>
                </a:extLst>
              </p:cNvPr>
              <p:cNvSpPr txBox="1"/>
              <p:nvPr/>
            </p:nvSpPr>
            <p:spPr>
              <a:xfrm>
                <a:off x="0" y="4099644"/>
                <a:ext cx="154258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2D Keypoints with Confidence</a:t>
                </a:r>
                <a:br>
                  <a:rPr lang="en-US" sz="1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,3]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37415AA-EB52-73E5-0929-09539C534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99644"/>
                <a:ext cx="1542582" cy="861774"/>
              </a:xfrm>
              <a:prstGeom prst="rect">
                <a:avLst/>
              </a:prstGeom>
              <a:blipFill>
                <a:blip r:embed="rId3"/>
                <a:stretch>
                  <a:fillRect l="-1186" t="-2128" r="-1186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CBB5DAA-298C-94C9-5D9C-B0CCB62765F6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 flipV="1">
            <a:off x="1224136" y="3005420"/>
            <a:ext cx="18890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7A2C6A0-0E1C-0BA7-A220-BC44AB2F3718}"/>
              </a:ext>
            </a:extLst>
          </p:cNvPr>
          <p:cNvCxnSpPr>
            <a:cxnSpLocks/>
            <a:stCxn id="88" idx="3"/>
            <a:endCxn id="89" idx="2"/>
          </p:cNvCxnSpPr>
          <p:nvPr/>
        </p:nvCxnSpPr>
        <p:spPr>
          <a:xfrm>
            <a:off x="2524225" y="3005420"/>
            <a:ext cx="83476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945C0B11-4ECA-522A-C455-A66D6D2DAB12}"/>
              </a:ext>
            </a:extLst>
          </p:cNvPr>
          <p:cNvCxnSpPr>
            <a:cxnSpLocks/>
            <a:stCxn id="89" idx="6"/>
            <a:endCxn id="91" idx="1"/>
          </p:cNvCxnSpPr>
          <p:nvPr/>
        </p:nvCxnSpPr>
        <p:spPr>
          <a:xfrm flipV="1">
            <a:off x="3612301" y="2546886"/>
            <a:ext cx="627388" cy="458535"/>
          </a:xfrm>
          <a:prstGeom prst="bentConnector3">
            <a:avLst>
              <a:gd name="adj1" fmla="val 72348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ECDA2476-904D-BECD-45C3-8A0A235DB733}"/>
              </a:ext>
            </a:extLst>
          </p:cNvPr>
          <p:cNvCxnSpPr>
            <a:cxnSpLocks/>
            <a:stCxn id="89" idx="6"/>
            <a:endCxn id="93" idx="1"/>
          </p:cNvCxnSpPr>
          <p:nvPr/>
        </p:nvCxnSpPr>
        <p:spPr>
          <a:xfrm>
            <a:off x="3612301" y="3005421"/>
            <a:ext cx="627388" cy="457761"/>
          </a:xfrm>
          <a:prstGeom prst="bentConnector3">
            <a:avLst>
              <a:gd name="adj1" fmla="val 7236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110D5DB-BBAB-7D52-08BB-9816EC442BB5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>
          <a:xfrm>
            <a:off x="5508317" y="2546886"/>
            <a:ext cx="3718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2F62762-05DD-9894-1D43-58FFC68B2434}"/>
              </a:ext>
            </a:extLst>
          </p:cNvPr>
          <p:cNvCxnSpPr>
            <a:cxnSpLocks/>
            <a:stCxn id="93" idx="3"/>
            <a:endCxn id="94" idx="1"/>
          </p:cNvCxnSpPr>
          <p:nvPr/>
        </p:nvCxnSpPr>
        <p:spPr>
          <a:xfrm>
            <a:off x="5508317" y="3463182"/>
            <a:ext cx="371877" cy="13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E78F9E0C-24DD-0F18-8819-C13042AC8902}"/>
              </a:ext>
            </a:extLst>
          </p:cNvPr>
          <p:cNvCxnSpPr>
            <a:cxnSpLocks/>
            <a:stCxn id="92" idx="3"/>
            <a:endCxn id="95" idx="0"/>
          </p:cNvCxnSpPr>
          <p:nvPr/>
        </p:nvCxnSpPr>
        <p:spPr>
          <a:xfrm>
            <a:off x="7148822" y="2546886"/>
            <a:ext cx="187276" cy="34210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289C00B2-E72B-3BAE-6EF8-AD408E9982BF}"/>
              </a:ext>
            </a:extLst>
          </p:cNvPr>
          <p:cNvCxnSpPr>
            <a:cxnSpLocks/>
            <a:stCxn id="94" idx="3"/>
            <a:endCxn id="95" idx="4"/>
          </p:cNvCxnSpPr>
          <p:nvPr/>
        </p:nvCxnSpPr>
        <p:spPr>
          <a:xfrm flipV="1">
            <a:off x="7148822" y="3122810"/>
            <a:ext cx="187276" cy="34172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5ECD0CE-8DAA-7441-5C26-7961EF8C73D4}"/>
                  </a:ext>
                </a:extLst>
              </p:cNvPr>
              <p:cNvSpPr txBox="1"/>
              <p:nvPr/>
            </p:nvSpPr>
            <p:spPr>
              <a:xfrm>
                <a:off x="2465834" y="2662627"/>
                <a:ext cx="8938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5ECD0CE-8DAA-7441-5C26-7961EF8C7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834" y="2662627"/>
                <a:ext cx="893804" cy="369332"/>
              </a:xfrm>
              <a:prstGeom prst="rect">
                <a:avLst/>
              </a:prstGeom>
              <a:blipFill>
                <a:blip r:embed="rId4"/>
                <a:stretch>
                  <a:fillRect l="-2740" r="-479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862193CA-A045-EC07-7C8C-CA8241D30854}"/>
              </a:ext>
            </a:extLst>
          </p:cNvPr>
          <p:cNvSpPr txBox="1"/>
          <p:nvPr/>
        </p:nvSpPr>
        <p:spPr>
          <a:xfrm>
            <a:off x="2900979" y="3047683"/>
            <a:ext cx="1141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Spatial</a:t>
            </a:r>
            <a:br>
              <a:rPr lang="en-US" sz="1600" dirty="0"/>
            </a:br>
            <a:r>
              <a:rPr lang="en-US" sz="1600" dirty="0"/>
              <a:t>Position</a:t>
            </a:r>
            <a:br>
              <a:rPr lang="en-US" sz="1600" dirty="0"/>
            </a:br>
            <a:r>
              <a:rPr lang="en-US" sz="1600" dirty="0"/>
              <a:t>Embedding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ADC1663-2E06-7387-6FBB-BBC10D3F893B}"/>
              </a:ext>
            </a:extLst>
          </p:cNvPr>
          <p:cNvSpPr txBox="1"/>
          <p:nvPr/>
        </p:nvSpPr>
        <p:spPr>
          <a:xfrm>
            <a:off x="5743361" y="2819997"/>
            <a:ext cx="1513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Adaptive 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0D46CFD-C9D4-3C03-1348-2CFEBB071D6B}"/>
                  </a:ext>
                </a:extLst>
              </p:cNvPr>
              <p:cNvSpPr txBox="1"/>
              <p:nvPr/>
            </p:nvSpPr>
            <p:spPr>
              <a:xfrm>
                <a:off x="6815807" y="3744952"/>
                <a:ext cx="39363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0D46CFD-C9D4-3C03-1348-2CFEBB071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807" y="3744952"/>
                <a:ext cx="393634" cy="246221"/>
              </a:xfrm>
              <a:prstGeom prst="rect">
                <a:avLst/>
              </a:prstGeom>
              <a:blipFill>
                <a:blip r:embed="rId5"/>
                <a:stretch>
                  <a:fillRect l="-7692" r="-9231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4C4CF990-387B-476E-9FFD-5BFE323AC4C2}"/>
              </a:ext>
            </a:extLst>
          </p:cNvPr>
          <p:cNvSpPr txBox="1"/>
          <p:nvPr/>
        </p:nvSpPr>
        <p:spPr>
          <a:xfrm>
            <a:off x="4081111" y="1872673"/>
            <a:ext cx="3414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Spatial and Temporal Module</a:t>
            </a:r>
          </a:p>
        </p:txBody>
      </p:sp>
      <p:sp>
        <p:nvSpPr>
          <p:cNvPr id="110" name="Flowchart: Manual Operation 109">
            <a:extLst>
              <a:ext uri="{FF2B5EF4-FFF2-40B4-BE49-F238E27FC236}">
                <a16:creationId xmlns:a16="http://schemas.microsoft.com/office/drawing/2014/main" id="{09DE6F93-30CC-AF1C-24E3-459A39AAEFB2}"/>
              </a:ext>
            </a:extLst>
          </p:cNvPr>
          <p:cNvSpPr/>
          <p:nvPr/>
        </p:nvSpPr>
        <p:spPr>
          <a:xfrm rot="16200000">
            <a:off x="8798248" y="1329373"/>
            <a:ext cx="769441" cy="1225396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Pose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sp>
        <p:nvSpPr>
          <p:cNvPr id="111" name="Flowchart: Manual Operation 110">
            <a:extLst>
              <a:ext uri="{FF2B5EF4-FFF2-40B4-BE49-F238E27FC236}">
                <a16:creationId xmlns:a16="http://schemas.microsoft.com/office/drawing/2014/main" id="{D92CD29C-92BE-4905-B265-061B60D6C8E3}"/>
              </a:ext>
            </a:extLst>
          </p:cNvPr>
          <p:cNvSpPr/>
          <p:nvPr/>
        </p:nvSpPr>
        <p:spPr>
          <a:xfrm rot="16200000">
            <a:off x="8798249" y="2393203"/>
            <a:ext cx="769440" cy="1225396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Rotation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sp>
        <p:nvSpPr>
          <p:cNvPr id="112" name="Flowchart: Manual Operation 111">
            <a:extLst>
              <a:ext uri="{FF2B5EF4-FFF2-40B4-BE49-F238E27FC236}">
                <a16:creationId xmlns:a16="http://schemas.microsoft.com/office/drawing/2014/main" id="{07CFCE03-3EAD-187B-7C4B-B19153787DA5}"/>
              </a:ext>
            </a:extLst>
          </p:cNvPr>
          <p:cNvSpPr/>
          <p:nvPr/>
        </p:nvSpPr>
        <p:spPr>
          <a:xfrm rot="16200000">
            <a:off x="8802310" y="3436696"/>
            <a:ext cx="769441" cy="1217273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Uncertainty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7450F574-7F3E-3DA8-2CE5-226443BEE618}"/>
              </a:ext>
            </a:extLst>
          </p:cNvPr>
          <p:cNvCxnSpPr>
            <a:stCxn id="95" idx="6"/>
            <a:endCxn id="111" idx="0"/>
          </p:cNvCxnSpPr>
          <p:nvPr/>
        </p:nvCxnSpPr>
        <p:spPr>
          <a:xfrm flipV="1">
            <a:off x="7462755" y="3005901"/>
            <a:ext cx="1107516" cy="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05D94078-EFED-4EDA-5617-180ADEC9C39B}"/>
              </a:ext>
            </a:extLst>
          </p:cNvPr>
          <p:cNvCxnSpPr>
            <a:stCxn id="95" idx="6"/>
            <a:endCxn id="110" idx="0"/>
          </p:cNvCxnSpPr>
          <p:nvPr/>
        </p:nvCxnSpPr>
        <p:spPr>
          <a:xfrm flipV="1">
            <a:off x="7462755" y="1942071"/>
            <a:ext cx="1107516" cy="1063832"/>
          </a:xfrm>
          <a:prstGeom prst="bentConnector3">
            <a:avLst>
              <a:gd name="adj1" fmla="val 78504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C2C0B264-9326-ADCC-28F4-164B57135E66}"/>
              </a:ext>
            </a:extLst>
          </p:cNvPr>
          <p:cNvCxnSpPr>
            <a:stCxn id="95" idx="6"/>
            <a:endCxn id="112" idx="0"/>
          </p:cNvCxnSpPr>
          <p:nvPr/>
        </p:nvCxnSpPr>
        <p:spPr>
          <a:xfrm>
            <a:off x="7462755" y="3005903"/>
            <a:ext cx="1115639" cy="1039429"/>
          </a:xfrm>
          <a:prstGeom prst="bentConnector3">
            <a:avLst>
              <a:gd name="adj1" fmla="val 7829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C81BBF4-1A5F-4333-FAD1-A74492E4F78A}"/>
              </a:ext>
            </a:extLst>
          </p:cNvPr>
          <p:cNvCxnSpPr>
            <a:cxnSpLocks/>
            <a:stCxn id="110" idx="2"/>
            <a:endCxn id="120" idx="1"/>
          </p:cNvCxnSpPr>
          <p:nvPr/>
        </p:nvCxnSpPr>
        <p:spPr>
          <a:xfrm flipV="1">
            <a:off x="9795667" y="1941416"/>
            <a:ext cx="375607" cy="6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73AA54A-0755-C1E4-4DE8-3D824B646FF6}"/>
              </a:ext>
            </a:extLst>
          </p:cNvPr>
          <p:cNvCxnSpPr>
            <a:cxnSpLocks/>
            <a:stCxn id="111" idx="2"/>
            <a:endCxn id="121" idx="1"/>
          </p:cNvCxnSpPr>
          <p:nvPr/>
        </p:nvCxnSpPr>
        <p:spPr>
          <a:xfrm flipV="1">
            <a:off x="9795667" y="3005480"/>
            <a:ext cx="370675" cy="4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554A0EB-03AA-5AE1-963B-F05630BC67F2}"/>
              </a:ext>
            </a:extLst>
          </p:cNvPr>
          <p:cNvCxnSpPr/>
          <p:nvPr/>
        </p:nvCxnSpPr>
        <p:spPr>
          <a:xfrm>
            <a:off x="9932766" y="1946785"/>
            <a:ext cx="0" cy="44215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7D149A19-FF71-A446-46DC-B26A6767CF60}"/>
              </a:ext>
            </a:extLst>
          </p:cNvPr>
          <p:cNvCxnSpPr>
            <a:cxnSpLocks/>
            <a:endCxn id="111" idx="3"/>
          </p:cNvCxnSpPr>
          <p:nvPr/>
        </p:nvCxnSpPr>
        <p:spPr>
          <a:xfrm rot="10800000" flipV="1">
            <a:off x="9182970" y="2388939"/>
            <a:ext cx="749797" cy="30918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9DB17315-65E2-DB32-8BE5-00B7F7196EC4}"/>
                  </a:ext>
                </a:extLst>
              </p:cNvPr>
              <p:cNvSpPr txBox="1"/>
              <p:nvPr/>
            </p:nvSpPr>
            <p:spPr>
              <a:xfrm>
                <a:off x="10171274" y="1802916"/>
                <a:ext cx="12245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9DB17315-65E2-DB32-8BE5-00B7F7196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1802916"/>
                <a:ext cx="1224566" cy="276999"/>
              </a:xfrm>
              <a:prstGeom prst="rect">
                <a:avLst/>
              </a:prstGeom>
              <a:blipFill>
                <a:blip r:embed="rId6"/>
                <a:stretch>
                  <a:fillRect l="-4500" t="-26667" r="-15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1BC8C80-E419-2CF0-7F0B-4195DD924182}"/>
                  </a:ext>
                </a:extLst>
              </p:cNvPr>
              <p:cNvSpPr txBox="1"/>
              <p:nvPr/>
            </p:nvSpPr>
            <p:spPr>
              <a:xfrm>
                <a:off x="10166342" y="2863229"/>
                <a:ext cx="1529971" cy="284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b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1BC8C80-E419-2CF0-7F0B-4195DD924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6342" y="2863229"/>
                <a:ext cx="1529971" cy="284501"/>
              </a:xfrm>
              <a:prstGeom prst="rect">
                <a:avLst/>
              </a:prstGeom>
              <a:blipFill>
                <a:blip r:embed="rId7"/>
                <a:stretch>
                  <a:fillRect l="-2390" t="-1739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08DE0239-8C34-E825-6FC5-95ACA6777C6A}"/>
                  </a:ext>
                </a:extLst>
              </p:cNvPr>
              <p:cNvSpPr txBox="1"/>
              <p:nvPr/>
            </p:nvSpPr>
            <p:spPr>
              <a:xfrm>
                <a:off x="10171274" y="3629834"/>
                <a:ext cx="148899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08DE0239-8C34-E825-6FC5-95ACA6777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3629834"/>
                <a:ext cx="1488997" cy="276999"/>
              </a:xfrm>
              <a:prstGeom prst="rect">
                <a:avLst/>
              </a:prstGeom>
              <a:blipFill>
                <a:blip r:embed="rId8"/>
                <a:stretch>
                  <a:fillRect l="-5328" t="-4348" r="-2049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7607D0B-15C2-56ED-2DA8-F9126B456399}"/>
                  </a:ext>
                </a:extLst>
              </p:cNvPr>
              <p:cNvSpPr txBox="1"/>
              <p:nvPr/>
            </p:nvSpPr>
            <p:spPr>
              <a:xfrm>
                <a:off x="10171274" y="4203248"/>
                <a:ext cx="1808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7607D0B-15C2-56ED-2DA8-F9126B456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4203248"/>
                <a:ext cx="1808910" cy="276999"/>
              </a:xfrm>
              <a:prstGeom prst="rect">
                <a:avLst/>
              </a:prstGeom>
              <a:blipFill>
                <a:blip r:embed="rId9"/>
                <a:stretch>
                  <a:fillRect l="-5068" t="-4444" r="-168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4598BBF5-D53F-B2E6-C8F3-0EF224D85FAF}"/>
              </a:ext>
            </a:extLst>
          </p:cNvPr>
          <p:cNvCxnSpPr>
            <a:cxnSpLocks/>
            <a:stCxn id="112" idx="2"/>
            <a:endCxn id="122" idx="1"/>
          </p:cNvCxnSpPr>
          <p:nvPr/>
        </p:nvCxnSpPr>
        <p:spPr>
          <a:xfrm flipV="1">
            <a:off x="9795667" y="3768334"/>
            <a:ext cx="375607" cy="27699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C0F42B65-B4B6-7CA9-9F28-F37B04B8EF5C}"/>
              </a:ext>
            </a:extLst>
          </p:cNvPr>
          <p:cNvCxnSpPr>
            <a:cxnSpLocks/>
            <a:stCxn id="112" idx="2"/>
            <a:endCxn id="123" idx="1"/>
          </p:cNvCxnSpPr>
          <p:nvPr/>
        </p:nvCxnSpPr>
        <p:spPr>
          <a:xfrm>
            <a:off x="9795667" y="4045332"/>
            <a:ext cx="375607" cy="29641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3400824-B3BA-41A1-60E1-574E5C3CA8F0}"/>
                  </a:ext>
                </a:extLst>
              </p:cNvPr>
              <p:cNvSpPr txBox="1"/>
              <p:nvPr/>
            </p:nvSpPr>
            <p:spPr>
              <a:xfrm>
                <a:off x="7516054" y="2703993"/>
                <a:ext cx="7889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3400824-B3BA-41A1-60E1-574E5C3CA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054" y="2703993"/>
                <a:ext cx="788934" cy="276999"/>
              </a:xfrm>
              <a:prstGeom prst="rect">
                <a:avLst/>
              </a:prstGeom>
              <a:blipFill>
                <a:blip r:embed="rId10"/>
                <a:stretch>
                  <a:fillRect l="-10853" t="-4444" r="-10078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35ACBB3F-1352-4DBE-A7FF-B47C8FCEEEF3}"/>
                  </a:ext>
                </a:extLst>
              </p:cNvPr>
              <p:cNvSpPr txBox="1"/>
              <p:nvPr/>
            </p:nvSpPr>
            <p:spPr>
              <a:xfrm>
                <a:off x="9982606" y="2246927"/>
                <a:ext cx="9487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35ACBB3F-1352-4DBE-A7FF-B47C8FCEE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606" y="2246927"/>
                <a:ext cx="948721" cy="276999"/>
              </a:xfrm>
              <a:prstGeom prst="rect">
                <a:avLst/>
              </a:prstGeom>
              <a:blipFill>
                <a:blip r:embed="rId11"/>
                <a:stretch>
                  <a:fillRect l="-5806" t="-26667" r="-27097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CB5CBA7-DA32-C15F-F65B-8D077F30C99F}"/>
              </a:ext>
            </a:extLst>
          </p:cNvPr>
          <p:cNvSpPr/>
          <p:nvPr/>
        </p:nvSpPr>
        <p:spPr>
          <a:xfrm>
            <a:off x="8304988" y="1309684"/>
            <a:ext cx="3341255" cy="1167547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65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C80732-F338-5427-B2F6-91CFF6E9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22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8B052F-9DD9-464F-71CF-4EC653BD1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Pose Branch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D6394E-5327-4644-2F59-B6DC7395F4FD}"/>
              </a:ext>
            </a:extLst>
          </p:cNvPr>
          <p:cNvSpPr txBox="1"/>
          <p:nvPr/>
        </p:nvSpPr>
        <p:spPr>
          <a:xfrm>
            <a:off x="0" y="1013254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Pose branch is responsible for regressing the 3D joint positions of the human subject.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CE9013-9E07-87E1-68D2-38A0B4CAF5E0}"/>
              </a:ext>
            </a:extLst>
          </p:cNvPr>
          <p:cNvSpPr/>
          <p:nvPr/>
        </p:nvSpPr>
        <p:spPr>
          <a:xfrm>
            <a:off x="2923922" y="2064219"/>
            <a:ext cx="1387543" cy="4308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D3CF2D-30C2-267E-C75F-80D7B0633800}"/>
              </a:ext>
            </a:extLst>
          </p:cNvPr>
          <p:cNvSpPr/>
          <p:nvPr/>
        </p:nvSpPr>
        <p:spPr>
          <a:xfrm>
            <a:off x="4653388" y="2064220"/>
            <a:ext cx="1387543" cy="430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/>
              <a:t>Tanh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AFF961-A004-4B1E-BD9E-C38FC93867CC}"/>
              </a:ext>
            </a:extLst>
          </p:cNvPr>
          <p:cNvSpPr/>
          <p:nvPr/>
        </p:nvSpPr>
        <p:spPr>
          <a:xfrm>
            <a:off x="6382854" y="2064220"/>
            <a:ext cx="1387543" cy="4308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DB4210-7174-64FD-1B75-CE84973E660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311465" y="2279663"/>
            <a:ext cx="34192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5BF4D7-92A0-674D-08FB-19475F37A22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040931" y="2279664"/>
            <a:ext cx="3419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99AC15-8C06-A835-241F-3E6BD639EE84}"/>
                  </a:ext>
                </a:extLst>
              </p:cNvPr>
              <p:cNvSpPr txBox="1"/>
              <p:nvPr/>
            </p:nvSpPr>
            <p:spPr>
              <a:xfrm>
                <a:off x="1723344" y="2128080"/>
                <a:ext cx="7889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99AC15-8C06-A835-241F-3E6BD639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44" y="2128080"/>
                <a:ext cx="788934" cy="307777"/>
              </a:xfrm>
              <a:prstGeom prst="rect">
                <a:avLst/>
              </a:prstGeom>
              <a:blipFill>
                <a:blip r:embed="rId3"/>
                <a:stretch>
                  <a:fillRect l="-15504" t="-1961" r="-186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419727-F3C4-412B-B86A-445ACFE29E27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 flipV="1">
            <a:off x="2512278" y="2279663"/>
            <a:ext cx="411644" cy="2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94E32B-C8D2-A04B-B7DE-E73FEDD57222}"/>
                  </a:ext>
                </a:extLst>
              </p:cNvPr>
              <p:cNvSpPr txBox="1"/>
              <p:nvPr/>
            </p:nvSpPr>
            <p:spPr>
              <a:xfrm>
                <a:off x="8112320" y="2125774"/>
                <a:ext cx="14127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94E32B-C8D2-A04B-B7DE-E73FEDD57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320" y="2125774"/>
                <a:ext cx="1412759" cy="307777"/>
              </a:xfrm>
              <a:prstGeom prst="rect">
                <a:avLst/>
              </a:prstGeom>
              <a:blipFill>
                <a:blip r:embed="rId4"/>
                <a:stretch>
                  <a:fillRect l="-3879" t="-24000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66AAAE-8DD8-8630-3CBF-0AEA01B53CC4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 flipV="1">
            <a:off x="7770397" y="2279663"/>
            <a:ext cx="34192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551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8CC2F-D71C-2EA9-AF92-205BEDA0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70CD8B-B7F7-EE3A-324F-097A69E27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23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9615F4-ABE5-BE09-5F50-25793D47E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Pose Branch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9FF29A-830B-825D-B0D3-B51334B64773}"/>
              </a:ext>
            </a:extLst>
          </p:cNvPr>
          <p:cNvSpPr txBox="1"/>
          <p:nvPr/>
        </p:nvSpPr>
        <p:spPr>
          <a:xfrm>
            <a:off x="0" y="1013254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Pose branch is responsible for regressing the 3D joint positions of the human subject.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82AB46-9ED9-F9DE-4E1F-3C10B77A5DEA}"/>
                  </a:ext>
                </a:extLst>
              </p:cNvPr>
              <p:cNvSpPr txBox="1"/>
              <p:nvPr/>
            </p:nvSpPr>
            <p:spPr>
              <a:xfrm>
                <a:off x="105355" y="3127140"/>
                <a:ext cx="11213434" cy="2845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MPJPE: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𝑇𝐽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p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𝐺𝑇</m:t>
                                    </m:r>
                                  </m:sup>
                                </m:sSubSup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Bone Length Loss: 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𝑇𝑂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p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𝑉𝑎</m:t>
                            </m:r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Velocity Loss: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p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0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+1,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Acceleration Loss: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=3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p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+1,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−1,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−2,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82AB46-9ED9-F9DE-4E1F-3C10B77A5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5" y="3127140"/>
                <a:ext cx="11213434" cy="2845202"/>
              </a:xfrm>
              <a:prstGeom prst="rect">
                <a:avLst/>
              </a:prstGeom>
              <a:blipFill>
                <a:blip r:embed="rId3"/>
                <a:stretch>
                  <a:fillRect l="-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04A061-294E-45A1-6147-CD89F236363F}"/>
              </a:ext>
            </a:extLst>
          </p:cNvPr>
          <p:cNvSpPr/>
          <p:nvPr/>
        </p:nvSpPr>
        <p:spPr>
          <a:xfrm>
            <a:off x="2923922" y="2064219"/>
            <a:ext cx="1387543" cy="4308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8DAD19-DA82-600E-A410-1E0466E32FF1}"/>
              </a:ext>
            </a:extLst>
          </p:cNvPr>
          <p:cNvSpPr/>
          <p:nvPr/>
        </p:nvSpPr>
        <p:spPr>
          <a:xfrm>
            <a:off x="4653388" y="2064220"/>
            <a:ext cx="1387543" cy="430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/>
              <a:t>Tanh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BC2E58-72E4-F5B4-E0B7-41D5839DE50F}"/>
              </a:ext>
            </a:extLst>
          </p:cNvPr>
          <p:cNvSpPr/>
          <p:nvPr/>
        </p:nvSpPr>
        <p:spPr>
          <a:xfrm>
            <a:off x="6382854" y="2064220"/>
            <a:ext cx="1387543" cy="4308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A5EF03-D8BD-231F-B429-F6634DF7CD4A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4311465" y="2279663"/>
            <a:ext cx="34192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4761BF-A031-E864-60A2-C700DFC5718C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6040931" y="2279664"/>
            <a:ext cx="3419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8B9021-DCA2-1214-7E45-D9961737E123}"/>
                  </a:ext>
                </a:extLst>
              </p:cNvPr>
              <p:cNvSpPr txBox="1"/>
              <p:nvPr/>
            </p:nvSpPr>
            <p:spPr>
              <a:xfrm>
                <a:off x="1723344" y="2128080"/>
                <a:ext cx="78893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8B9021-DCA2-1214-7E45-D9961737E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44" y="2128080"/>
                <a:ext cx="788934" cy="307777"/>
              </a:xfrm>
              <a:prstGeom prst="rect">
                <a:avLst/>
              </a:prstGeom>
              <a:blipFill>
                <a:blip r:embed="rId4"/>
                <a:stretch>
                  <a:fillRect l="-15504" t="-1961" r="-186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278174-0010-E2B7-60B8-BB2B08700B75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 flipV="1">
            <a:off x="2512278" y="2279663"/>
            <a:ext cx="411644" cy="2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4D04D3-639B-5ED9-D369-1ABD06F5C061}"/>
                  </a:ext>
                </a:extLst>
              </p:cNvPr>
              <p:cNvSpPr txBox="1"/>
              <p:nvPr/>
            </p:nvSpPr>
            <p:spPr>
              <a:xfrm>
                <a:off x="8112320" y="2125774"/>
                <a:ext cx="14127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4D04D3-639B-5ED9-D369-1ABD06F5C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320" y="2125774"/>
                <a:ext cx="1412759" cy="307777"/>
              </a:xfrm>
              <a:prstGeom prst="rect">
                <a:avLst/>
              </a:prstGeom>
              <a:blipFill>
                <a:blip r:embed="rId5"/>
                <a:stretch>
                  <a:fillRect l="-3879" t="-24000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B25A749-D912-62B5-004F-98C72A4B6530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7770397" y="2279663"/>
            <a:ext cx="34192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470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448677-0704-F258-A527-3F1CFC71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24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21BBB2-C9DE-B3C5-9285-90A16458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Rotation Branch</a:t>
            </a:r>
          </a:p>
        </p:txBody>
      </p:sp>
      <p:pic>
        <p:nvPicPr>
          <p:cNvPr id="87" name="Picture 2" descr="3D Body Keypoint Datasets — MMPose 1.3.2 documentation">
            <a:extLst>
              <a:ext uri="{FF2B5EF4-FFF2-40B4-BE49-F238E27FC236}">
                <a16:creationId xmlns:a16="http://schemas.microsoft.com/office/drawing/2014/main" id="{C90E2D8E-AD95-1743-B0C1-75A64B7A7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57" y="1798014"/>
            <a:ext cx="1068779" cy="241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7580251-81B2-9697-C505-BDFEF6100B44}"/>
              </a:ext>
            </a:extLst>
          </p:cNvPr>
          <p:cNvSpPr/>
          <p:nvPr/>
        </p:nvSpPr>
        <p:spPr>
          <a:xfrm>
            <a:off x="1413043" y="2747981"/>
            <a:ext cx="1111182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Linear</a:t>
            </a:r>
            <a:br>
              <a:rPr lang="en-US" sz="1600" b="1" dirty="0"/>
            </a:br>
            <a:r>
              <a:rPr lang="en-US" sz="1600" b="1" dirty="0"/>
              <a:t>Projection</a:t>
            </a:r>
          </a:p>
        </p:txBody>
      </p:sp>
      <p:sp>
        <p:nvSpPr>
          <p:cNvPr id="89" name="Flowchart: Or 88">
            <a:extLst>
              <a:ext uri="{FF2B5EF4-FFF2-40B4-BE49-F238E27FC236}">
                <a16:creationId xmlns:a16="http://schemas.microsoft.com/office/drawing/2014/main" id="{67C39517-AF6B-CB6E-2384-C8CD67AF094E}"/>
              </a:ext>
            </a:extLst>
          </p:cNvPr>
          <p:cNvSpPr/>
          <p:nvPr/>
        </p:nvSpPr>
        <p:spPr>
          <a:xfrm>
            <a:off x="3358987" y="2888032"/>
            <a:ext cx="253314" cy="234778"/>
          </a:xfrm>
          <a:prstGeom prst="flowChartOr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EC1C315-C10C-E270-C664-04ED50533AA8}"/>
              </a:ext>
            </a:extLst>
          </p:cNvPr>
          <p:cNvSpPr/>
          <p:nvPr/>
        </p:nvSpPr>
        <p:spPr>
          <a:xfrm>
            <a:off x="3963025" y="1864021"/>
            <a:ext cx="3532401" cy="213335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5B4E1762-4AB7-796D-7195-604198BA513C}"/>
              </a:ext>
            </a:extLst>
          </p:cNvPr>
          <p:cNvSpPr/>
          <p:nvPr/>
        </p:nvSpPr>
        <p:spPr>
          <a:xfrm>
            <a:off x="4239689" y="2289447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Spatial </a:t>
            </a:r>
            <a:br>
              <a:rPr lang="en-US" sz="1600" b="1" dirty="0"/>
            </a:br>
            <a:r>
              <a:rPr lang="en-US" sz="1600" b="1" dirty="0"/>
              <a:t>GCN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0C8561E3-F4A7-6EF1-65B5-B9C9CBF3D4C0}"/>
              </a:ext>
            </a:extLst>
          </p:cNvPr>
          <p:cNvSpPr/>
          <p:nvPr/>
        </p:nvSpPr>
        <p:spPr>
          <a:xfrm>
            <a:off x="5880194" y="2289447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Temporal GCN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29830CC6-36E3-FDD5-AAF8-439308115229}"/>
              </a:ext>
            </a:extLst>
          </p:cNvPr>
          <p:cNvSpPr/>
          <p:nvPr/>
        </p:nvSpPr>
        <p:spPr>
          <a:xfrm>
            <a:off x="4239689" y="3205743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Spatial Transformer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537F39F8-9954-4555-64A3-D7CA6C681301}"/>
              </a:ext>
            </a:extLst>
          </p:cNvPr>
          <p:cNvSpPr/>
          <p:nvPr/>
        </p:nvSpPr>
        <p:spPr>
          <a:xfrm>
            <a:off x="5880194" y="3207091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Temporal Transformer</a:t>
            </a:r>
          </a:p>
        </p:txBody>
      </p:sp>
      <p:sp>
        <p:nvSpPr>
          <p:cNvPr id="95" name="Flowchart: Summing Junction 94">
            <a:extLst>
              <a:ext uri="{FF2B5EF4-FFF2-40B4-BE49-F238E27FC236}">
                <a16:creationId xmlns:a16="http://schemas.microsoft.com/office/drawing/2014/main" id="{B8847145-1F0F-1D0B-C5C5-9C44A01638A3}"/>
              </a:ext>
            </a:extLst>
          </p:cNvPr>
          <p:cNvSpPr/>
          <p:nvPr/>
        </p:nvSpPr>
        <p:spPr>
          <a:xfrm>
            <a:off x="7209441" y="2888995"/>
            <a:ext cx="253314" cy="233815"/>
          </a:xfrm>
          <a:prstGeom prst="flowChartSummingJunction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CF88B13-ECD7-B48F-67FC-FA04756F9011}"/>
                  </a:ext>
                </a:extLst>
              </p:cNvPr>
              <p:cNvSpPr txBox="1"/>
              <p:nvPr/>
            </p:nvSpPr>
            <p:spPr>
              <a:xfrm>
                <a:off x="0" y="4099644"/>
                <a:ext cx="154258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2D Keypoints with Confidence</a:t>
                </a:r>
                <a:br>
                  <a:rPr lang="en-US" sz="1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,3]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CF88B13-ECD7-B48F-67FC-FA04756F9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99644"/>
                <a:ext cx="1542582" cy="861774"/>
              </a:xfrm>
              <a:prstGeom prst="rect">
                <a:avLst/>
              </a:prstGeom>
              <a:blipFill>
                <a:blip r:embed="rId3"/>
                <a:stretch>
                  <a:fillRect l="-1186" t="-2128" r="-1186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29E82E2-9476-D25B-61A4-5178D17DD016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 flipV="1">
            <a:off x="1224136" y="3005420"/>
            <a:ext cx="18890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159546F-DEB9-679C-9303-6DD37D12D76B}"/>
              </a:ext>
            </a:extLst>
          </p:cNvPr>
          <p:cNvCxnSpPr>
            <a:cxnSpLocks/>
            <a:stCxn id="88" idx="3"/>
            <a:endCxn id="89" idx="2"/>
          </p:cNvCxnSpPr>
          <p:nvPr/>
        </p:nvCxnSpPr>
        <p:spPr>
          <a:xfrm>
            <a:off x="2524225" y="3005420"/>
            <a:ext cx="83476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0C59EEE-9787-DA33-574C-AA71C1903458}"/>
              </a:ext>
            </a:extLst>
          </p:cNvPr>
          <p:cNvCxnSpPr>
            <a:cxnSpLocks/>
            <a:stCxn id="89" idx="6"/>
            <a:endCxn id="91" idx="1"/>
          </p:cNvCxnSpPr>
          <p:nvPr/>
        </p:nvCxnSpPr>
        <p:spPr>
          <a:xfrm flipV="1">
            <a:off x="3612301" y="2546886"/>
            <a:ext cx="627388" cy="458535"/>
          </a:xfrm>
          <a:prstGeom prst="bentConnector3">
            <a:avLst>
              <a:gd name="adj1" fmla="val 72348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EF198F6F-5472-A2D8-FCC7-66848DA4771A}"/>
              </a:ext>
            </a:extLst>
          </p:cNvPr>
          <p:cNvCxnSpPr>
            <a:cxnSpLocks/>
            <a:stCxn id="89" idx="6"/>
            <a:endCxn id="93" idx="1"/>
          </p:cNvCxnSpPr>
          <p:nvPr/>
        </p:nvCxnSpPr>
        <p:spPr>
          <a:xfrm>
            <a:off x="3612301" y="3005421"/>
            <a:ext cx="627388" cy="457761"/>
          </a:xfrm>
          <a:prstGeom prst="bentConnector3">
            <a:avLst>
              <a:gd name="adj1" fmla="val 7236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1AFDC31-9FBA-5CD3-E36A-9F5A284FBF0B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>
          <a:xfrm>
            <a:off x="5508317" y="2546886"/>
            <a:ext cx="3718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13B5534-D8DD-0D13-D2C4-063563ACDF1E}"/>
              </a:ext>
            </a:extLst>
          </p:cNvPr>
          <p:cNvCxnSpPr>
            <a:cxnSpLocks/>
            <a:stCxn id="93" idx="3"/>
            <a:endCxn id="94" idx="1"/>
          </p:cNvCxnSpPr>
          <p:nvPr/>
        </p:nvCxnSpPr>
        <p:spPr>
          <a:xfrm>
            <a:off x="5508317" y="3463182"/>
            <a:ext cx="371877" cy="13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41FEF496-B07E-2119-1864-F5D6D87574D1}"/>
              </a:ext>
            </a:extLst>
          </p:cNvPr>
          <p:cNvCxnSpPr>
            <a:cxnSpLocks/>
            <a:stCxn id="92" idx="3"/>
            <a:endCxn id="95" idx="0"/>
          </p:cNvCxnSpPr>
          <p:nvPr/>
        </p:nvCxnSpPr>
        <p:spPr>
          <a:xfrm>
            <a:off x="7148822" y="2546886"/>
            <a:ext cx="187276" cy="34210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C43DB6A7-2288-A208-B05C-C59F0537F442}"/>
              </a:ext>
            </a:extLst>
          </p:cNvPr>
          <p:cNvCxnSpPr>
            <a:cxnSpLocks/>
            <a:stCxn id="94" idx="3"/>
            <a:endCxn id="95" idx="4"/>
          </p:cNvCxnSpPr>
          <p:nvPr/>
        </p:nvCxnSpPr>
        <p:spPr>
          <a:xfrm flipV="1">
            <a:off x="7148822" y="3122810"/>
            <a:ext cx="187276" cy="34172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0BBB6A8-089D-114D-09B5-B274C25CB127}"/>
                  </a:ext>
                </a:extLst>
              </p:cNvPr>
              <p:cNvSpPr txBox="1"/>
              <p:nvPr/>
            </p:nvSpPr>
            <p:spPr>
              <a:xfrm>
                <a:off x="2465834" y="2662627"/>
                <a:ext cx="8938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20BBB6A8-089D-114D-09B5-B274C25CB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834" y="2662627"/>
                <a:ext cx="893804" cy="369332"/>
              </a:xfrm>
              <a:prstGeom prst="rect">
                <a:avLst/>
              </a:prstGeom>
              <a:blipFill>
                <a:blip r:embed="rId4"/>
                <a:stretch>
                  <a:fillRect l="-2740" r="-479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0FB7045A-910E-B740-690F-BF3D53971D61}"/>
              </a:ext>
            </a:extLst>
          </p:cNvPr>
          <p:cNvSpPr txBox="1"/>
          <p:nvPr/>
        </p:nvSpPr>
        <p:spPr>
          <a:xfrm>
            <a:off x="2900979" y="3047683"/>
            <a:ext cx="1141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Spatial</a:t>
            </a:r>
            <a:br>
              <a:rPr lang="en-US" sz="1600" dirty="0"/>
            </a:br>
            <a:r>
              <a:rPr lang="en-US" sz="1600" dirty="0"/>
              <a:t>Position</a:t>
            </a:r>
            <a:br>
              <a:rPr lang="en-US" sz="1600" dirty="0"/>
            </a:br>
            <a:r>
              <a:rPr lang="en-US" sz="1600" dirty="0"/>
              <a:t>Embedding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922DD51-40F2-CFC9-6F02-C7A74FC99443}"/>
              </a:ext>
            </a:extLst>
          </p:cNvPr>
          <p:cNvSpPr txBox="1"/>
          <p:nvPr/>
        </p:nvSpPr>
        <p:spPr>
          <a:xfrm>
            <a:off x="5743361" y="2819997"/>
            <a:ext cx="1513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Adaptive 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4BD6972-D89D-3233-831E-7A2C73C2E7DF}"/>
                  </a:ext>
                </a:extLst>
              </p:cNvPr>
              <p:cNvSpPr txBox="1"/>
              <p:nvPr/>
            </p:nvSpPr>
            <p:spPr>
              <a:xfrm>
                <a:off x="6815807" y="3744952"/>
                <a:ext cx="39363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4BD6972-D89D-3233-831E-7A2C73C2E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807" y="3744952"/>
                <a:ext cx="393634" cy="246221"/>
              </a:xfrm>
              <a:prstGeom prst="rect">
                <a:avLst/>
              </a:prstGeom>
              <a:blipFill>
                <a:blip r:embed="rId5"/>
                <a:stretch>
                  <a:fillRect l="-7692" r="-9231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B2088474-255C-80F9-CF9D-F8001F538AAF}"/>
              </a:ext>
            </a:extLst>
          </p:cNvPr>
          <p:cNvSpPr txBox="1"/>
          <p:nvPr/>
        </p:nvSpPr>
        <p:spPr>
          <a:xfrm>
            <a:off x="4081111" y="1872673"/>
            <a:ext cx="3414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Spatial and Temporal Module</a:t>
            </a:r>
          </a:p>
        </p:txBody>
      </p:sp>
      <p:sp>
        <p:nvSpPr>
          <p:cNvPr id="110" name="Flowchart: Manual Operation 109">
            <a:extLst>
              <a:ext uri="{FF2B5EF4-FFF2-40B4-BE49-F238E27FC236}">
                <a16:creationId xmlns:a16="http://schemas.microsoft.com/office/drawing/2014/main" id="{5A752FA0-EE0D-1DD6-7DBE-B4AA3243E672}"/>
              </a:ext>
            </a:extLst>
          </p:cNvPr>
          <p:cNvSpPr/>
          <p:nvPr/>
        </p:nvSpPr>
        <p:spPr>
          <a:xfrm rot="16200000">
            <a:off x="8798248" y="1329373"/>
            <a:ext cx="769441" cy="1225396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Pose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sp>
        <p:nvSpPr>
          <p:cNvPr id="111" name="Flowchart: Manual Operation 110">
            <a:extLst>
              <a:ext uri="{FF2B5EF4-FFF2-40B4-BE49-F238E27FC236}">
                <a16:creationId xmlns:a16="http://schemas.microsoft.com/office/drawing/2014/main" id="{D2A11842-4369-2D8D-4017-0FCB33B3698A}"/>
              </a:ext>
            </a:extLst>
          </p:cNvPr>
          <p:cNvSpPr/>
          <p:nvPr/>
        </p:nvSpPr>
        <p:spPr>
          <a:xfrm rot="16200000">
            <a:off x="8798249" y="2393203"/>
            <a:ext cx="769440" cy="1225396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Rotation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sp>
        <p:nvSpPr>
          <p:cNvPr id="112" name="Flowchart: Manual Operation 111">
            <a:extLst>
              <a:ext uri="{FF2B5EF4-FFF2-40B4-BE49-F238E27FC236}">
                <a16:creationId xmlns:a16="http://schemas.microsoft.com/office/drawing/2014/main" id="{3FA46171-8438-4D34-65F8-F5AA839C9B73}"/>
              </a:ext>
            </a:extLst>
          </p:cNvPr>
          <p:cNvSpPr/>
          <p:nvPr/>
        </p:nvSpPr>
        <p:spPr>
          <a:xfrm rot="16200000">
            <a:off x="8802310" y="3436696"/>
            <a:ext cx="769441" cy="1217273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Uncertainty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204C9F4-EED6-3966-5859-4B193B56F074}"/>
              </a:ext>
            </a:extLst>
          </p:cNvPr>
          <p:cNvCxnSpPr>
            <a:stCxn id="95" idx="6"/>
            <a:endCxn id="111" idx="0"/>
          </p:cNvCxnSpPr>
          <p:nvPr/>
        </p:nvCxnSpPr>
        <p:spPr>
          <a:xfrm flipV="1">
            <a:off x="7462755" y="3005901"/>
            <a:ext cx="1107516" cy="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E7048D68-DD50-7B2D-1179-7F38053D6282}"/>
              </a:ext>
            </a:extLst>
          </p:cNvPr>
          <p:cNvCxnSpPr>
            <a:stCxn id="95" idx="6"/>
            <a:endCxn id="110" idx="0"/>
          </p:cNvCxnSpPr>
          <p:nvPr/>
        </p:nvCxnSpPr>
        <p:spPr>
          <a:xfrm flipV="1">
            <a:off x="7462755" y="1942071"/>
            <a:ext cx="1107516" cy="1063832"/>
          </a:xfrm>
          <a:prstGeom prst="bentConnector3">
            <a:avLst>
              <a:gd name="adj1" fmla="val 78504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177E8B1A-15AC-4BB8-6C08-4FDD1D91EA52}"/>
              </a:ext>
            </a:extLst>
          </p:cNvPr>
          <p:cNvCxnSpPr>
            <a:stCxn id="95" idx="6"/>
            <a:endCxn id="112" idx="0"/>
          </p:cNvCxnSpPr>
          <p:nvPr/>
        </p:nvCxnSpPr>
        <p:spPr>
          <a:xfrm>
            <a:off x="7462755" y="3005903"/>
            <a:ext cx="1115639" cy="1039429"/>
          </a:xfrm>
          <a:prstGeom prst="bentConnector3">
            <a:avLst>
              <a:gd name="adj1" fmla="val 7829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DAA2C93E-5E1E-4946-AB37-C995278E59D1}"/>
              </a:ext>
            </a:extLst>
          </p:cNvPr>
          <p:cNvCxnSpPr>
            <a:cxnSpLocks/>
            <a:stCxn id="110" idx="2"/>
            <a:endCxn id="120" idx="1"/>
          </p:cNvCxnSpPr>
          <p:nvPr/>
        </p:nvCxnSpPr>
        <p:spPr>
          <a:xfrm flipV="1">
            <a:off x="9795667" y="1941416"/>
            <a:ext cx="375607" cy="6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9A816A6-233B-A9DA-EC00-5855924302E3}"/>
              </a:ext>
            </a:extLst>
          </p:cNvPr>
          <p:cNvCxnSpPr>
            <a:cxnSpLocks/>
            <a:stCxn id="111" idx="2"/>
            <a:endCxn id="121" idx="1"/>
          </p:cNvCxnSpPr>
          <p:nvPr/>
        </p:nvCxnSpPr>
        <p:spPr>
          <a:xfrm flipV="1">
            <a:off x="9795667" y="3005480"/>
            <a:ext cx="370675" cy="4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C29A6FE-6B9C-4E95-0DBE-D9A12DBA3C9A}"/>
              </a:ext>
            </a:extLst>
          </p:cNvPr>
          <p:cNvCxnSpPr/>
          <p:nvPr/>
        </p:nvCxnSpPr>
        <p:spPr>
          <a:xfrm>
            <a:off x="9932766" y="1946785"/>
            <a:ext cx="0" cy="44215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EF34A7B7-9EAF-7A7E-3362-A57F1C55F3E1}"/>
              </a:ext>
            </a:extLst>
          </p:cNvPr>
          <p:cNvCxnSpPr>
            <a:cxnSpLocks/>
            <a:endCxn id="111" idx="3"/>
          </p:cNvCxnSpPr>
          <p:nvPr/>
        </p:nvCxnSpPr>
        <p:spPr>
          <a:xfrm rot="10800000" flipV="1">
            <a:off x="9182970" y="2388939"/>
            <a:ext cx="749797" cy="30918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F13E723-8AF0-CC7D-B92E-A95B1118CC8E}"/>
                  </a:ext>
                </a:extLst>
              </p:cNvPr>
              <p:cNvSpPr txBox="1"/>
              <p:nvPr/>
            </p:nvSpPr>
            <p:spPr>
              <a:xfrm>
                <a:off x="10171274" y="1802916"/>
                <a:ext cx="12245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4F13E723-8AF0-CC7D-B92E-A95B1118C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1802916"/>
                <a:ext cx="1224566" cy="276999"/>
              </a:xfrm>
              <a:prstGeom prst="rect">
                <a:avLst/>
              </a:prstGeom>
              <a:blipFill>
                <a:blip r:embed="rId6"/>
                <a:stretch>
                  <a:fillRect l="-4500" t="-26667" r="-15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70D85F48-334F-2F57-A67F-8DA72747CAAE}"/>
                  </a:ext>
                </a:extLst>
              </p:cNvPr>
              <p:cNvSpPr txBox="1"/>
              <p:nvPr/>
            </p:nvSpPr>
            <p:spPr>
              <a:xfrm>
                <a:off x="10166342" y="2863229"/>
                <a:ext cx="1529971" cy="284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b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70D85F48-334F-2F57-A67F-8DA72747C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6342" y="2863229"/>
                <a:ext cx="1529971" cy="284501"/>
              </a:xfrm>
              <a:prstGeom prst="rect">
                <a:avLst/>
              </a:prstGeom>
              <a:blipFill>
                <a:blip r:embed="rId7"/>
                <a:stretch>
                  <a:fillRect l="-2390" t="-1739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E61EF5A5-5CA3-1EBE-0604-345BB0A4A04B}"/>
                  </a:ext>
                </a:extLst>
              </p:cNvPr>
              <p:cNvSpPr txBox="1"/>
              <p:nvPr/>
            </p:nvSpPr>
            <p:spPr>
              <a:xfrm>
                <a:off x="10171274" y="3629834"/>
                <a:ext cx="148899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E61EF5A5-5CA3-1EBE-0604-345BB0A4A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3629834"/>
                <a:ext cx="1488997" cy="276999"/>
              </a:xfrm>
              <a:prstGeom prst="rect">
                <a:avLst/>
              </a:prstGeom>
              <a:blipFill>
                <a:blip r:embed="rId8"/>
                <a:stretch>
                  <a:fillRect l="-5328" t="-4348" r="-2049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7E40EAA7-60AB-5240-62D7-42F2265818E0}"/>
                  </a:ext>
                </a:extLst>
              </p:cNvPr>
              <p:cNvSpPr txBox="1"/>
              <p:nvPr/>
            </p:nvSpPr>
            <p:spPr>
              <a:xfrm>
                <a:off x="10171274" y="4203248"/>
                <a:ext cx="1808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7E40EAA7-60AB-5240-62D7-42F226581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4203248"/>
                <a:ext cx="1808910" cy="276999"/>
              </a:xfrm>
              <a:prstGeom prst="rect">
                <a:avLst/>
              </a:prstGeom>
              <a:blipFill>
                <a:blip r:embed="rId9"/>
                <a:stretch>
                  <a:fillRect l="-5068" t="-4444" r="-168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1646A2F9-BE1E-CD28-6245-782ECEFE9C4A}"/>
              </a:ext>
            </a:extLst>
          </p:cNvPr>
          <p:cNvCxnSpPr>
            <a:cxnSpLocks/>
            <a:stCxn id="112" idx="2"/>
            <a:endCxn id="122" idx="1"/>
          </p:cNvCxnSpPr>
          <p:nvPr/>
        </p:nvCxnSpPr>
        <p:spPr>
          <a:xfrm flipV="1">
            <a:off x="9795667" y="3768334"/>
            <a:ext cx="375607" cy="27699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7DB39D05-BE41-39ED-C8DC-A97BBF9B89A4}"/>
              </a:ext>
            </a:extLst>
          </p:cNvPr>
          <p:cNvCxnSpPr>
            <a:cxnSpLocks/>
            <a:stCxn id="112" idx="2"/>
            <a:endCxn id="123" idx="1"/>
          </p:cNvCxnSpPr>
          <p:nvPr/>
        </p:nvCxnSpPr>
        <p:spPr>
          <a:xfrm>
            <a:off x="9795667" y="4045332"/>
            <a:ext cx="375607" cy="29641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282E10F-4816-D093-9752-4B2BBF0349E5}"/>
                  </a:ext>
                </a:extLst>
              </p:cNvPr>
              <p:cNvSpPr txBox="1"/>
              <p:nvPr/>
            </p:nvSpPr>
            <p:spPr>
              <a:xfrm>
                <a:off x="7516054" y="2703993"/>
                <a:ext cx="7889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282E10F-4816-D093-9752-4B2BBF034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054" y="2703993"/>
                <a:ext cx="788934" cy="276999"/>
              </a:xfrm>
              <a:prstGeom prst="rect">
                <a:avLst/>
              </a:prstGeom>
              <a:blipFill>
                <a:blip r:embed="rId10"/>
                <a:stretch>
                  <a:fillRect l="-10853" t="-4444" r="-10078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43295B67-7795-5231-1E57-9C6572ABECC3}"/>
              </a:ext>
            </a:extLst>
          </p:cNvPr>
          <p:cNvSpPr/>
          <p:nvPr/>
        </p:nvSpPr>
        <p:spPr>
          <a:xfrm>
            <a:off x="8325616" y="2170055"/>
            <a:ext cx="3626299" cy="1378425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5283A6E-8513-DC9F-2FDA-AC2F54035432}"/>
                  </a:ext>
                </a:extLst>
              </p:cNvPr>
              <p:cNvSpPr txBox="1"/>
              <p:nvPr/>
            </p:nvSpPr>
            <p:spPr>
              <a:xfrm>
                <a:off x="9982606" y="2246927"/>
                <a:ext cx="9487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5283A6E-8513-DC9F-2FDA-AC2F54035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606" y="2246927"/>
                <a:ext cx="948721" cy="276999"/>
              </a:xfrm>
              <a:prstGeom prst="rect">
                <a:avLst/>
              </a:prstGeom>
              <a:blipFill>
                <a:blip r:embed="rId11"/>
                <a:stretch>
                  <a:fillRect l="-5806" t="-26667" r="-27097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491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8BA435-6D0B-FC32-9FC9-89E583C9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25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F16919-9BF7-3341-B34A-480E81556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Rotation Branch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5FC24-3CAC-822E-6B2D-A4E239B49E33}"/>
              </a:ext>
            </a:extLst>
          </p:cNvPr>
          <p:cNvSpPr txBox="1"/>
          <p:nvPr/>
        </p:nvSpPr>
        <p:spPr>
          <a:xfrm>
            <a:off x="0" y="1013254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Rotation Branch is responsible for estimating the joint rotations of the human body.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B65AF3-0CFC-FC31-CDE8-52803B9F9203}"/>
              </a:ext>
            </a:extLst>
          </p:cNvPr>
          <p:cNvSpPr/>
          <p:nvPr/>
        </p:nvSpPr>
        <p:spPr>
          <a:xfrm>
            <a:off x="1428869" y="3989944"/>
            <a:ext cx="1031488" cy="344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  <a:endParaRPr lang="en-US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D08884-65C6-2785-5A07-61A9DC8E7FE1}"/>
              </a:ext>
            </a:extLst>
          </p:cNvPr>
          <p:cNvSpPr/>
          <p:nvPr/>
        </p:nvSpPr>
        <p:spPr>
          <a:xfrm>
            <a:off x="2785523" y="3989944"/>
            <a:ext cx="800192" cy="344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Tanh</a:t>
            </a:r>
            <a:endParaRPr lang="en-US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F877CB-7882-793F-5FF2-3BA8F7969C2B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460357" y="4162250"/>
            <a:ext cx="32516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5B15FA-C56B-3885-0777-C95D151C2E3C}"/>
                  </a:ext>
                </a:extLst>
              </p:cNvPr>
              <p:cNvSpPr txBox="1"/>
              <p:nvPr/>
            </p:nvSpPr>
            <p:spPr>
              <a:xfrm>
                <a:off x="105355" y="4023751"/>
                <a:ext cx="7889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5B15FA-C56B-3885-0777-C95D151C2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5" y="4023751"/>
                <a:ext cx="788934" cy="276999"/>
              </a:xfrm>
              <a:prstGeom prst="rect">
                <a:avLst/>
              </a:prstGeom>
              <a:blipFill>
                <a:blip r:embed="rId3"/>
                <a:stretch>
                  <a:fillRect l="-10000" t="-2174" r="-10000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2BC5E7-5EDD-B83E-598B-6045269B69F1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 flipV="1">
            <a:off x="894289" y="4162250"/>
            <a:ext cx="53458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180DC9-008D-94E2-CAF0-23BF9491B36F}"/>
                  </a:ext>
                </a:extLst>
              </p:cNvPr>
              <p:cNvSpPr txBox="1"/>
              <p:nvPr/>
            </p:nvSpPr>
            <p:spPr>
              <a:xfrm>
                <a:off x="1134679" y="4347247"/>
                <a:ext cx="16198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×6]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180DC9-008D-94E2-CAF0-23BF9491B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679" y="4347247"/>
                <a:ext cx="1619867" cy="276999"/>
              </a:xfrm>
              <a:prstGeom prst="rect">
                <a:avLst/>
              </a:prstGeom>
              <a:blipFill>
                <a:blip r:embed="rId4"/>
                <a:stretch>
                  <a:fillRect l="-4511" t="-2174" r="-4887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0872B05-2156-D65D-927C-C3ED3CEC7C45}"/>
              </a:ext>
            </a:extLst>
          </p:cNvPr>
          <p:cNvSpPr txBox="1"/>
          <p:nvPr/>
        </p:nvSpPr>
        <p:spPr>
          <a:xfrm>
            <a:off x="3858670" y="3700585"/>
            <a:ext cx="207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Gram-Schmidt</a:t>
            </a:r>
            <a:br>
              <a:rPr lang="en-US" i="1" dirty="0"/>
            </a:br>
            <a:r>
              <a:rPr lang="en-US" i="1" dirty="0"/>
              <a:t>Orthonormalization</a:t>
            </a:r>
            <a:br>
              <a:rPr lang="en-US" i="1" dirty="0"/>
            </a:br>
            <a:r>
              <a:rPr lang="en-US" i="1" dirty="0"/>
              <a:t>Process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26AF5F-A6F6-A1EA-692F-682832E9374F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3585715" y="4162250"/>
            <a:ext cx="27295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68C6189-BB21-EE97-FDFB-F7132AE7148C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5934884" y="4162250"/>
            <a:ext cx="314940" cy="38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1B48840-B857-755F-3181-248AA3583030}"/>
              </a:ext>
            </a:extLst>
          </p:cNvPr>
          <p:cNvSpPr txBox="1"/>
          <p:nvPr/>
        </p:nvSpPr>
        <p:spPr>
          <a:xfrm>
            <a:off x="0" y="5916229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“On the continuity of rotation representations in neural networks.” </a:t>
            </a:r>
            <a:r>
              <a:rPr lang="en-US" sz="1400" dirty="0"/>
              <a:t>[Zhou et al., CVPR’19]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A7933-3A77-B0A5-DA3F-DB67A0354F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051" y="1458544"/>
            <a:ext cx="6336372" cy="21993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15BA5D-557A-F0EF-0C54-43E9E48E3565}"/>
                  </a:ext>
                </a:extLst>
              </p:cNvPr>
              <p:cNvSpPr txBox="1"/>
              <p:nvPr/>
            </p:nvSpPr>
            <p:spPr>
              <a:xfrm>
                <a:off x="6249824" y="4023751"/>
                <a:ext cx="1498615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×3×3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15BA5D-557A-F0EF-0C54-43E9E48E3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824" y="4023751"/>
                <a:ext cx="1498615" cy="284437"/>
              </a:xfrm>
              <a:prstGeom prst="rect">
                <a:avLst/>
              </a:prstGeom>
              <a:blipFill>
                <a:blip r:embed="rId6"/>
                <a:stretch>
                  <a:fillRect l="-3252" t="-17021" r="-813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533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5C0F6-D7AB-A0F6-A75A-7E6B6CC7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FD07EF-0194-B10E-C47D-41239BFA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26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B88F40-85EC-EFFE-B2ED-25C97BFF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Rotation Branch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91CA1-275B-61CC-B027-E3435AD53370}"/>
              </a:ext>
            </a:extLst>
          </p:cNvPr>
          <p:cNvSpPr txBox="1"/>
          <p:nvPr/>
        </p:nvSpPr>
        <p:spPr>
          <a:xfrm>
            <a:off x="0" y="1013254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Rotation Branch is responsible for estimating the joint rotations of the human body.</a:t>
            </a:r>
          </a:p>
        </p:txBody>
      </p:sp>
      <p:sp>
        <p:nvSpPr>
          <p:cNvPr id="5" name="Flowchart: Manual Operation 4">
            <a:extLst>
              <a:ext uri="{FF2B5EF4-FFF2-40B4-BE49-F238E27FC236}">
                <a16:creationId xmlns:a16="http://schemas.microsoft.com/office/drawing/2014/main" id="{95F89655-C288-6C6F-33A3-E8244E328868}"/>
              </a:ext>
            </a:extLst>
          </p:cNvPr>
          <p:cNvSpPr/>
          <p:nvPr/>
        </p:nvSpPr>
        <p:spPr>
          <a:xfrm rot="16200000">
            <a:off x="3066742" y="1852261"/>
            <a:ext cx="1335086" cy="1329098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000" b="1" dirty="0"/>
              <a:t>Pose</a:t>
            </a:r>
            <a:br>
              <a:rPr lang="en-US" sz="2000" b="1" dirty="0"/>
            </a:br>
            <a:r>
              <a:rPr lang="en-US" sz="2000" b="1" dirty="0"/>
              <a:t>Branch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9477B4-8F01-1909-CD82-174B1B256351}"/>
              </a:ext>
            </a:extLst>
          </p:cNvPr>
          <p:cNvSpPr/>
          <p:nvPr/>
        </p:nvSpPr>
        <p:spPr>
          <a:xfrm>
            <a:off x="1428869" y="3989944"/>
            <a:ext cx="1031488" cy="344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  <a:endParaRPr lang="en-US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C8CA62-0EDB-2CC3-6A01-38AFA4B220A7}"/>
              </a:ext>
            </a:extLst>
          </p:cNvPr>
          <p:cNvSpPr/>
          <p:nvPr/>
        </p:nvSpPr>
        <p:spPr>
          <a:xfrm>
            <a:off x="2785523" y="3989944"/>
            <a:ext cx="800192" cy="3446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Tanh</a:t>
            </a:r>
            <a:endParaRPr lang="en-US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B82054-1106-3745-3791-E3FC5D0E0F60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460357" y="4162250"/>
            <a:ext cx="32516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DA1E9B-8C3D-5347-1A85-4AA7A10E3D99}"/>
                  </a:ext>
                </a:extLst>
              </p:cNvPr>
              <p:cNvSpPr txBox="1"/>
              <p:nvPr/>
            </p:nvSpPr>
            <p:spPr>
              <a:xfrm>
                <a:off x="105355" y="4023751"/>
                <a:ext cx="7889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DA1E9B-8C3D-5347-1A85-4AA7A10E3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5" y="4023751"/>
                <a:ext cx="788934" cy="276999"/>
              </a:xfrm>
              <a:prstGeom prst="rect">
                <a:avLst/>
              </a:prstGeom>
              <a:blipFill>
                <a:blip r:embed="rId3"/>
                <a:stretch>
                  <a:fillRect l="-10000" t="-2174" r="-10000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E431EA-C269-4035-EA66-522210C4756B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 flipV="1">
            <a:off x="894289" y="4162250"/>
            <a:ext cx="53458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3F0592-A960-1A6F-88CF-D7135748FA59}"/>
                  </a:ext>
                </a:extLst>
              </p:cNvPr>
              <p:cNvSpPr txBox="1"/>
              <p:nvPr/>
            </p:nvSpPr>
            <p:spPr>
              <a:xfrm>
                <a:off x="1134679" y="4347247"/>
                <a:ext cx="16198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×6]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3F0592-A960-1A6F-88CF-D7135748F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679" y="4347247"/>
                <a:ext cx="1619867" cy="276999"/>
              </a:xfrm>
              <a:prstGeom prst="rect">
                <a:avLst/>
              </a:prstGeom>
              <a:blipFill>
                <a:blip r:embed="rId4"/>
                <a:stretch>
                  <a:fillRect l="-4511" t="-2174" r="-4887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6B15DC0-7A5B-A455-736E-EF0CD5FF7759}"/>
              </a:ext>
            </a:extLst>
          </p:cNvPr>
          <p:cNvSpPr txBox="1"/>
          <p:nvPr/>
        </p:nvSpPr>
        <p:spPr>
          <a:xfrm>
            <a:off x="3858670" y="3700585"/>
            <a:ext cx="207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Gram-Schmidt</a:t>
            </a:r>
            <a:br>
              <a:rPr lang="en-US" i="1" dirty="0"/>
            </a:br>
            <a:r>
              <a:rPr lang="en-US" i="1" dirty="0"/>
              <a:t>Orthonormalization</a:t>
            </a:r>
            <a:br>
              <a:rPr lang="en-US" i="1" dirty="0"/>
            </a:br>
            <a:r>
              <a:rPr lang="en-US" i="1" dirty="0"/>
              <a:t>Process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FBAB5A-D8F8-FFD6-6E03-F39AABFD6722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3585715" y="4162250"/>
            <a:ext cx="27295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0917965-9404-2855-2F31-819AD3B286BA}"/>
                  </a:ext>
                </a:extLst>
              </p:cNvPr>
              <p:cNvSpPr txBox="1"/>
              <p:nvPr/>
            </p:nvSpPr>
            <p:spPr>
              <a:xfrm>
                <a:off x="6249824" y="4023751"/>
                <a:ext cx="1498615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×3×3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0917965-9404-2855-2F31-819AD3B28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824" y="4023751"/>
                <a:ext cx="1498615" cy="284437"/>
              </a:xfrm>
              <a:prstGeom prst="rect">
                <a:avLst/>
              </a:prstGeom>
              <a:blipFill>
                <a:blip r:embed="rId5"/>
                <a:stretch>
                  <a:fillRect l="-3252" t="-17021" r="-813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F8AFD3-3CEE-6589-E87C-88C69C01939B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5934884" y="4162250"/>
            <a:ext cx="314940" cy="37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C2EFF87-6A83-8346-DEA7-C2ED7C99EA71}"/>
              </a:ext>
            </a:extLst>
          </p:cNvPr>
          <p:cNvSpPr txBox="1"/>
          <p:nvPr/>
        </p:nvSpPr>
        <p:spPr>
          <a:xfrm>
            <a:off x="8045127" y="3839416"/>
            <a:ext cx="104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Geodesic</a:t>
            </a:r>
            <a:br>
              <a:rPr lang="en-US" i="1" dirty="0"/>
            </a:br>
            <a:r>
              <a:rPr lang="en-US" i="1" dirty="0"/>
              <a:t>Loss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037EAE4-16B3-79E0-FBBF-FDF2D66CEA9B}"/>
              </a:ext>
            </a:extLst>
          </p:cNvPr>
          <p:cNvCxnSpPr>
            <a:stCxn id="21" idx="3"/>
            <a:endCxn id="26" idx="1"/>
          </p:cNvCxnSpPr>
          <p:nvPr/>
        </p:nvCxnSpPr>
        <p:spPr>
          <a:xfrm flipV="1">
            <a:off x="7748439" y="4162582"/>
            <a:ext cx="296688" cy="33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8661D56-6A25-BC16-E5DF-492E30A917ED}"/>
                  </a:ext>
                </a:extLst>
              </p:cNvPr>
              <p:cNvSpPr txBox="1"/>
              <p:nvPr/>
            </p:nvSpPr>
            <p:spPr>
              <a:xfrm>
                <a:off x="4726287" y="2309225"/>
                <a:ext cx="122456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8661D56-6A25-BC16-E5DF-492E30A91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287" y="2309225"/>
                <a:ext cx="1224566" cy="276999"/>
              </a:xfrm>
              <a:prstGeom prst="rect">
                <a:avLst/>
              </a:prstGeom>
              <a:blipFill>
                <a:blip r:embed="rId6"/>
                <a:stretch>
                  <a:fillRect l="-4478" t="-26667" r="-99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69AD6E-F357-235F-11A8-7215127CB9D4}"/>
              </a:ext>
            </a:extLst>
          </p:cNvPr>
          <p:cNvCxnSpPr/>
          <p:nvPr/>
        </p:nvCxnSpPr>
        <p:spPr>
          <a:xfrm>
            <a:off x="4398833" y="2447725"/>
            <a:ext cx="32745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FA6D3FC-2533-2526-2EE9-D4FF52D23D3A}"/>
              </a:ext>
            </a:extLst>
          </p:cNvPr>
          <p:cNvCxnSpPr>
            <a:cxnSpLocks/>
            <a:stCxn id="10" idx="3"/>
            <a:endCxn id="5" idx="0"/>
          </p:cNvCxnSpPr>
          <p:nvPr/>
        </p:nvCxnSpPr>
        <p:spPr>
          <a:xfrm flipV="1">
            <a:off x="894289" y="2516810"/>
            <a:ext cx="2175447" cy="1645441"/>
          </a:xfrm>
          <a:prstGeom prst="bentConnector3">
            <a:avLst>
              <a:gd name="adj1" fmla="val 14241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EB3AA7A-79CA-8FC9-7EF9-082478C14C34}"/>
              </a:ext>
            </a:extLst>
          </p:cNvPr>
          <p:cNvSpPr txBox="1"/>
          <p:nvPr/>
        </p:nvSpPr>
        <p:spPr>
          <a:xfrm>
            <a:off x="-3646" y="5908753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“On the continuity of rotation representations in neural networks.” </a:t>
            </a:r>
            <a:r>
              <a:rPr lang="en-US" sz="1400" dirty="0"/>
              <a:t>[Zhou et al., CVPR’19]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9A8077BD-E5DF-3497-E47F-0D9DA310E96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950853" y="2447725"/>
            <a:ext cx="324441" cy="1142764"/>
          </a:xfrm>
          <a:prstGeom prst="bentConnector2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4B46A47-5C17-547C-3A72-7222B4DC1F4B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6275294" y="3589399"/>
            <a:ext cx="2292603" cy="25001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0361BE2-B35C-0F5C-4AFA-7B23F78E199E}"/>
                  </a:ext>
                </a:extLst>
              </p:cNvPr>
              <p:cNvSpPr txBox="1"/>
              <p:nvPr/>
            </p:nvSpPr>
            <p:spPr>
              <a:xfrm>
                <a:off x="6328029" y="3234269"/>
                <a:ext cx="9487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0361BE2-B35C-0F5C-4AFA-7B23F78E1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029" y="3234269"/>
                <a:ext cx="948721" cy="276999"/>
              </a:xfrm>
              <a:prstGeom prst="rect">
                <a:avLst/>
              </a:prstGeom>
              <a:blipFill>
                <a:blip r:embed="rId8"/>
                <a:stretch>
                  <a:fillRect l="-5128" t="-26667" r="-26923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C6BCB5B-513F-05CD-42C7-B5350C147393}"/>
                  </a:ext>
                </a:extLst>
              </p:cNvPr>
              <p:cNvSpPr txBox="1"/>
              <p:nvPr/>
            </p:nvSpPr>
            <p:spPr>
              <a:xfrm>
                <a:off x="6275294" y="4826791"/>
                <a:ext cx="5566268" cy="563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000" b="1" dirty="0"/>
                  <a:t>Geodesic Loss: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𝑇𝑂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arccos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⁡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𝑡𝑟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)−1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C6BCB5B-513F-05CD-42C7-B5350C147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294" y="4826791"/>
                <a:ext cx="5566268" cy="563680"/>
              </a:xfrm>
              <a:prstGeom prst="rect">
                <a:avLst/>
              </a:prstGeom>
              <a:blipFill>
                <a:blip r:embed="rId9"/>
                <a:stretch>
                  <a:fillRect l="-273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2BA6D3-D060-9157-8146-C2AF62715827}"/>
              </a:ext>
            </a:extLst>
          </p:cNvPr>
          <p:cNvCxnSpPr>
            <a:cxnSpLocks/>
          </p:cNvCxnSpPr>
          <p:nvPr/>
        </p:nvCxnSpPr>
        <p:spPr>
          <a:xfrm flipV="1">
            <a:off x="9299389" y="1659921"/>
            <a:ext cx="0" cy="15756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16F2D2-5DD0-E871-506D-9029110B0633}"/>
              </a:ext>
            </a:extLst>
          </p:cNvPr>
          <p:cNvCxnSpPr>
            <a:cxnSpLocks/>
          </p:cNvCxnSpPr>
          <p:nvPr/>
        </p:nvCxnSpPr>
        <p:spPr>
          <a:xfrm>
            <a:off x="9299389" y="3235528"/>
            <a:ext cx="185868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8F2113-FEF6-BEEF-00E6-4C023BCECE88}"/>
              </a:ext>
            </a:extLst>
          </p:cNvPr>
          <p:cNvCxnSpPr>
            <a:cxnSpLocks/>
          </p:cNvCxnSpPr>
          <p:nvPr/>
        </p:nvCxnSpPr>
        <p:spPr>
          <a:xfrm flipV="1">
            <a:off x="9299389" y="2257568"/>
            <a:ext cx="1446306" cy="9779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7627DE4-B7F8-814C-4D56-636DFD8CF51C}"/>
              </a:ext>
            </a:extLst>
          </p:cNvPr>
          <p:cNvCxnSpPr>
            <a:cxnSpLocks/>
          </p:cNvCxnSpPr>
          <p:nvPr/>
        </p:nvCxnSpPr>
        <p:spPr>
          <a:xfrm flipV="1">
            <a:off x="9299389" y="1582227"/>
            <a:ext cx="1135529" cy="16533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81F5AE-CBEB-48F6-94CD-750282C6221E}"/>
              </a:ext>
            </a:extLst>
          </p:cNvPr>
          <p:cNvCxnSpPr>
            <a:cxnSpLocks/>
          </p:cNvCxnSpPr>
          <p:nvPr/>
        </p:nvCxnSpPr>
        <p:spPr>
          <a:xfrm flipV="1">
            <a:off x="9299389" y="2717756"/>
            <a:ext cx="2079812" cy="5177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EAF117B-9A2E-B895-F7A0-28097463375A}"/>
              </a:ext>
            </a:extLst>
          </p:cNvPr>
          <p:cNvSpPr txBox="1"/>
          <p:nvPr/>
        </p:nvSpPr>
        <p:spPr>
          <a:xfrm>
            <a:off x="8970683" y="2144015"/>
            <a:ext cx="25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7259D8-B635-81E1-BAB4-9A3CEB1BB3E4}"/>
              </a:ext>
            </a:extLst>
          </p:cNvPr>
          <p:cNvSpPr txBox="1"/>
          <p:nvPr/>
        </p:nvSpPr>
        <p:spPr>
          <a:xfrm>
            <a:off x="10022542" y="3213091"/>
            <a:ext cx="567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Z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AD1986-21F2-B58E-5D62-C70BA0C1CD39}"/>
              </a:ext>
            </a:extLst>
          </p:cNvPr>
          <p:cNvSpPr txBox="1"/>
          <p:nvPr/>
        </p:nvSpPr>
        <p:spPr>
          <a:xfrm>
            <a:off x="10115182" y="2561882"/>
            <a:ext cx="19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2482D92-B4AB-B0C7-5BB9-D45A27138560}"/>
                  </a:ext>
                </a:extLst>
              </p:cNvPr>
              <p:cNvSpPr txBox="1"/>
              <p:nvPr/>
            </p:nvSpPr>
            <p:spPr>
              <a:xfrm>
                <a:off x="9556375" y="1999419"/>
                <a:ext cx="2749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2482D92-B4AB-B0C7-5BB9-D45A27138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6375" y="1999419"/>
                <a:ext cx="274917" cy="400110"/>
              </a:xfrm>
              <a:prstGeom prst="rect">
                <a:avLst/>
              </a:prstGeom>
              <a:blipFill>
                <a:blip r:embed="rId10"/>
                <a:stretch>
                  <a:fillRect r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81DD231-0EA6-1B4D-3609-DE5B1E486746}"/>
                  </a:ext>
                </a:extLst>
              </p:cNvPr>
              <p:cNvSpPr txBox="1"/>
              <p:nvPr/>
            </p:nvSpPr>
            <p:spPr>
              <a:xfrm>
                <a:off x="10718802" y="2804318"/>
                <a:ext cx="274917" cy="445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81DD231-0EA6-1B4D-3609-DE5B1E486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8802" y="2804318"/>
                <a:ext cx="274917" cy="445891"/>
              </a:xfrm>
              <a:prstGeom prst="rect">
                <a:avLst/>
              </a:prstGeom>
              <a:blipFill>
                <a:blip r:embed="rId11"/>
                <a:stretch>
                  <a:fillRect r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Arc 89">
            <a:extLst>
              <a:ext uri="{FF2B5EF4-FFF2-40B4-BE49-F238E27FC236}">
                <a16:creationId xmlns:a16="http://schemas.microsoft.com/office/drawing/2014/main" id="{4613B12B-38CD-ABC1-04AE-B4BBF64A69EF}"/>
              </a:ext>
            </a:extLst>
          </p:cNvPr>
          <p:cNvSpPr/>
          <p:nvPr/>
        </p:nvSpPr>
        <p:spPr>
          <a:xfrm rot="18352041" flipV="1">
            <a:off x="10220097" y="1661806"/>
            <a:ext cx="997412" cy="1268933"/>
          </a:xfrm>
          <a:prstGeom prst="arc">
            <a:avLst>
              <a:gd name="adj1" fmla="val 15901806"/>
              <a:gd name="adj2" fmla="val 4371237"/>
            </a:avLst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4BB8168-8170-7783-0948-12B3B443674A}"/>
                  </a:ext>
                </a:extLst>
              </p:cNvPr>
              <p:cNvSpPr txBox="1"/>
              <p:nvPr/>
            </p:nvSpPr>
            <p:spPr>
              <a:xfrm>
                <a:off x="11113075" y="1707438"/>
                <a:ext cx="3472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sz="2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4BB8168-8170-7783-0948-12B3B4436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3075" y="1707438"/>
                <a:ext cx="347283" cy="400110"/>
              </a:xfrm>
              <a:prstGeom prst="rect">
                <a:avLst/>
              </a:prstGeom>
              <a:blipFill>
                <a:blip r:embed="rId12"/>
                <a:stretch>
                  <a:fillRect r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640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52D9FF-9844-079A-EE05-6BE8D31C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27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7F4F75-5532-B225-AC38-B2843705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Uncertainty Branch</a:t>
            </a:r>
          </a:p>
        </p:txBody>
      </p:sp>
      <p:pic>
        <p:nvPicPr>
          <p:cNvPr id="4" name="Picture 2" descr="3D Body Keypoint Datasets — MMPose 1.3.2 documentation">
            <a:extLst>
              <a:ext uri="{FF2B5EF4-FFF2-40B4-BE49-F238E27FC236}">
                <a16:creationId xmlns:a16="http://schemas.microsoft.com/office/drawing/2014/main" id="{2F7E8420-FF6F-4E89-A83F-DA680FBB3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57" y="1798014"/>
            <a:ext cx="1068779" cy="241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1D5D0C2-1EFC-DA10-7174-790B15673CB7}"/>
              </a:ext>
            </a:extLst>
          </p:cNvPr>
          <p:cNvSpPr/>
          <p:nvPr/>
        </p:nvSpPr>
        <p:spPr>
          <a:xfrm>
            <a:off x="1413043" y="2747981"/>
            <a:ext cx="1111182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Linear</a:t>
            </a:r>
            <a:br>
              <a:rPr lang="en-US" sz="1600" b="1" dirty="0"/>
            </a:br>
            <a:r>
              <a:rPr lang="en-US" sz="1600" b="1" dirty="0"/>
              <a:t>Projection</a:t>
            </a:r>
          </a:p>
        </p:txBody>
      </p:sp>
      <p:sp>
        <p:nvSpPr>
          <p:cNvPr id="48" name="Flowchart: Or 47">
            <a:extLst>
              <a:ext uri="{FF2B5EF4-FFF2-40B4-BE49-F238E27FC236}">
                <a16:creationId xmlns:a16="http://schemas.microsoft.com/office/drawing/2014/main" id="{40EDEA85-444B-A99E-2855-A69E3A949CAE}"/>
              </a:ext>
            </a:extLst>
          </p:cNvPr>
          <p:cNvSpPr/>
          <p:nvPr/>
        </p:nvSpPr>
        <p:spPr>
          <a:xfrm>
            <a:off x="3358987" y="2888032"/>
            <a:ext cx="253314" cy="234778"/>
          </a:xfrm>
          <a:prstGeom prst="flowChartOr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185732B-2EF1-8860-F8C6-701F0AD6C5CF}"/>
              </a:ext>
            </a:extLst>
          </p:cNvPr>
          <p:cNvSpPr/>
          <p:nvPr/>
        </p:nvSpPr>
        <p:spPr>
          <a:xfrm>
            <a:off x="3963025" y="1864021"/>
            <a:ext cx="3532401" cy="213335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F8BA871-CD46-6FAA-73C5-147723A7FA6D}"/>
              </a:ext>
            </a:extLst>
          </p:cNvPr>
          <p:cNvSpPr/>
          <p:nvPr/>
        </p:nvSpPr>
        <p:spPr>
          <a:xfrm>
            <a:off x="4239689" y="2289447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Spatial </a:t>
            </a:r>
            <a:br>
              <a:rPr lang="en-US" sz="1600" b="1" dirty="0"/>
            </a:br>
            <a:r>
              <a:rPr lang="en-US" sz="1600" b="1" dirty="0"/>
              <a:t>GCN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D7ACE9A-727B-4F49-5291-C3B1CB2EF77F}"/>
              </a:ext>
            </a:extLst>
          </p:cNvPr>
          <p:cNvSpPr/>
          <p:nvPr/>
        </p:nvSpPr>
        <p:spPr>
          <a:xfrm>
            <a:off x="5880194" y="2289447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Temporal GCN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F23A7CF-855A-04F4-6409-A03FCE92E104}"/>
              </a:ext>
            </a:extLst>
          </p:cNvPr>
          <p:cNvSpPr/>
          <p:nvPr/>
        </p:nvSpPr>
        <p:spPr>
          <a:xfrm>
            <a:off x="4239689" y="3205743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Spatial Transformer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B2F9B63-96BF-E08F-782B-EEF019428B1C}"/>
              </a:ext>
            </a:extLst>
          </p:cNvPr>
          <p:cNvSpPr/>
          <p:nvPr/>
        </p:nvSpPr>
        <p:spPr>
          <a:xfrm>
            <a:off x="5880194" y="3207091"/>
            <a:ext cx="1268628" cy="514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Temporal Transformer</a:t>
            </a:r>
          </a:p>
        </p:txBody>
      </p:sp>
      <p:sp>
        <p:nvSpPr>
          <p:cNvPr id="54" name="Flowchart: Summing Junction 53">
            <a:extLst>
              <a:ext uri="{FF2B5EF4-FFF2-40B4-BE49-F238E27FC236}">
                <a16:creationId xmlns:a16="http://schemas.microsoft.com/office/drawing/2014/main" id="{6B3C3D4C-AB78-A178-B733-78598AD8D849}"/>
              </a:ext>
            </a:extLst>
          </p:cNvPr>
          <p:cNvSpPr/>
          <p:nvPr/>
        </p:nvSpPr>
        <p:spPr>
          <a:xfrm>
            <a:off x="7209441" y="2888995"/>
            <a:ext cx="253314" cy="233815"/>
          </a:xfrm>
          <a:prstGeom prst="flowChartSummingJunction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4157652-F3AB-AE62-A756-17E6774D2FDF}"/>
                  </a:ext>
                </a:extLst>
              </p:cNvPr>
              <p:cNvSpPr txBox="1"/>
              <p:nvPr/>
            </p:nvSpPr>
            <p:spPr>
              <a:xfrm>
                <a:off x="0" y="4099644"/>
                <a:ext cx="154258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2D Keypoints with Confidence</a:t>
                </a:r>
                <a:br>
                  <a:rPr lang="en-US" sz="1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,3]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4157652-F3AB-AE62-A756-17E6774D2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99644"/>
                <a:ext cx="1542582" cy="861774"/>
              </a:xfrm>
              <a:prstGeom prst="rect">
                <a:avLst/>
              </a:prstGeom>
              <a:blipFill>
                <a:blip r:embed="rId3"/>
                <a:stretch>
                  <a:fillRect l="-1186" t="-2128" r="-1186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52DEB8B-AAB2-4B77-3EF1-9660A69A5CDF}"/>
              </a:ext>
            </a:extLst>
          </p:cNvPr>
          <p:cNvCxnSpPr>
            <a:cxnSpLocks/>
            <a:stCxn id="4" idx="3"/>
            <a:endCxn id="47" idx="1"/>
          </p:cNvCxnSpPr>
          <p:nvPr/>
        </p:nvCxnSpPr>
        <p:spPr>
          <a:xfrm flipV="1">
            <a:off x="1224136" y="3005420"/>
            <a:ext cx="18890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DB27358-4CE5-5F11-29BE-88538ADA130F}"/>
              </a:ext>
            </a:extLst>
          </p:cNvPr>
          <p:cNvCxnSpPr>
            <a:cxnSpLocks/>
            <a:stCxn id="47" idx="3"/>
            <a:endCxn id="48" idx="2"/>
          </p:cNvCxnSpPr>
          <p:nvPr/>
        </p:nvCxnSpPr>
        <p:spPr>
          <a:xfrm>
            <a:off x="2524225" y="3005420"/>
            <a:ext cx="83476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548085A-73E3-2F8C-885A-13363CD9C0A3}"/>
              </a:ext>
            </a:extLst>
          </p:cNvPr>
          <p:cNvCxnSpPr>
            <a:cxnSpLocks/>
            <a:stCxn id="48" idx="6"/>
            <a:endCxn id="50" idx="1"/>
          </p:cNvCxnSpPr>
          <p:nvPr/>
        </p:nvCxnSpPr>
        <p:spPr>
          <a:xfrm flipV="1">
            <a:off x="3612301" y="2546886"/>
            <a:ext cx="627388" cy="458535"/>
          </a:xfrm>
          <a:prstGeom prst="bentConnector3">
            <a:avLst>
              <a:gd name="adj1" fmla="val 72348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B755F07A-B920-1880-5BED-DFEDBD936A01}"/>
              </a:ext>
            </a:extLst>
          </p:cNvPr>
          <p:cNvCxnSpPr>
            <a:cxnSpLocks/>
            <a:stCxn id="48" idx="6"/>
            <a:endCxn id="52" idx="1"/>
          </p:cNvCxnSpPr>
          <p:nvPr/>
        </p:nvCxnSpPr>
        <p:spPr>
          <a:xfrm>
            <a:off x="3612301" y="3005421"/>
            <a:ext cx="627388" cy="457761"/>
          </a:xfrm>
          <a:prstGeom prst="bentConnector3">
            <a:avLst>
              <a:gd name="adj1" fmla="val 7236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FAE839B-679E-FC24-82E2-69A4E67EA889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>
            <a:off x="5508317" y="2546886"/>
            <a:ext cx="3718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C294799-B14E-39DB-B431-9207B8A9C61E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5508317" y="3463182"/>
            <a:ext cx="371877" cy="13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8389E203-0F59-EA44-D2C0-62B262432E02}"/>
              </a:ext>
            </a:extLst>
          </p:cNvPr>
          <p:cNvCxnSpPr>
            <a:cxnSpLocks/>
            <a:stCxn id="51" idx="3"/>
            <a:endCxn id="54" idx="0"/>
          </p:cNvCxnSpPr>
          <p:nvPr/>
        </p:nvCxnSpPr>
        <p:spPr>
          <a:xfrm>
            <a:off x="7148822" y="2546886"/>
            <a:ext cx="187276" cy="34210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8FB3DAC8-9910-669A-B56E-30CEFB318D3F}"/>
              </a:ext>
            </a:extLst>
          </p:cNvPr>
          <p:cNvCxnSpPr>
            <a:cxnSpLocks/>
            <a:stCxn id="53" idx="3"/>
            <a:endCxn id="54" idx="4"/>
          </p:cNvCxnSpPr>
          <p:nvPr/>
        </p:nvCxnSpPr>
        <p:spPr>
          <a:xfrm flipV="1">
            <a:off x="7148822" y="3122810"/>
            <a:ext cx="187276" cy="34172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50844AC-E878-3CA9-8392-3E3770F0D53A}"/>
                  </a:ext>
                </a:extLst>
              </p:cNvPr>
              <p:cNvSpPr txBox="1"/>
              <p:nvPr/>
            </p:nvSpPr>
            <p:spPr>
              <a:xfrm>
                <a:off x="2465834" y="2662627"/>
                <a:ext cx="8938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50844AC-E878-3CA9-8392-3E3770F0D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834" y="2662627"/>
                <a:ext cx="893804" cy="369332"/>
              </a:xfrm>
              <a:prstGeom prst="rect">
                <a:avLst/>
              </a:prstGeom>
              <a:blipFill>
                <a:blip r:embed="rId4"/>
                <a:stretch>
                  <a:fillRect l="-2740" r="-479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65D41C29-713C-0666-F645-5DD371EA47B4}"/>
              </a:ext>
            </a:extLst>
          </p:cNvPr>
          <p:cNvSpPr txBox="1"/>
          <p:nvPr/>
        </p:nvSpPr>
        <p:spPr>
          <a:xfrm>
            <a:off x="2900979" y="3047683"/>
            <a:ext cx="1141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Spatial</a:t>
            </a:r>
            <a:br>
              <a:rPr lang="en-US" sz="1600" dirty="0"/>
            </a:br>
            <a:r>
              <a:rPr lang="en-US" sz="1600" dirty="0"/>
              <a:t>Position</a:t>
            </a:r>
            <a:br>
              <a:rPr lang="en-US" sz="1600" dirty="0"/>
            </a:br>
            <a:r>
              <a:rPr lang="en-US" sz="1600" dirty="0"/>
              <a:t>Embedding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8D7064-07A9-C954-7F2A-3C737A19BE13}"/>
              </a:ext>
            </a:extLst>
          </p:cNvPr>
          <p:cNvSpPr txBox="1"/>
          <p:nvPr/>
        </p:nvSpPr>
        <p:spPr>
          <a:xfrm>
            <a:off x="5743361" y="2819997"/>
            <a:ext cx="1513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Adaptive 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92F39A0-321C-5A73-A3DB-0288FC1E7BC9}"/>
                  </a:ext>
                </a:extLst>
              </p:cNvPr>
              <p:cNvSpPr txBox="1"/>
              <p:nvPr/>
            </p:nvSpPr>
            <p:spPr>
              <a:xfrm>
                <a:off x="6815807" y="3744952"/>
                <a:ext cx="39363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92F39A0-321C-5A73-A3DB-0288FC1E7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807" y="3744952"/>
                <a:ext cx="393634" cy="246221"/>
              </a:xfrm>
              <a:prstGeom prst="rect">
                <a:avLst/>
              </a:prstGeom>
              <a:blipFill>
                <a:blip r:embed="rId5"/>
                <a:stretch>
                  <a:fillRect l="-7692" r="-9231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746CB61C-F236-F141-8E65-4C6B17736818}"/>
              </a:ext>
            </a:extLst>
          </p:cNvPr>
          <p:cNvSpPr txBox="1"/>
          <p:nvPr/>
        </p:nvSpPr>
        <p:spPr>
          <a:xfrm>
            <a:off x="4081111" y="1872673"/>
            <a:ext cx="3414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Spatial and Temporal Module</a:t>
            </a:r>
          </a:p>
        </p:txBody>
      </p:sp>
      <p:sp>
        <p:nvSpPr>
          <p:cNvPr id="69" name="Flowchart: Manual Operation 68">
            <a:extLst>
              <a:ext uri="{FF2B5EF4-FFF2-40B4-BE49-F238E27FC236}">
                <a16:creationId xmlns:a16="http://schemas.microsoft.com/office/drawing/2014/main" id="{77B9ECF1-6637-736D-672D-D0032080EDBB}"/>
              </a:ext>
            </a:extLst>
          </p:cNvPr>
          <p:cNvSpPr/>
          <p:nvPr/>
        </p:nvSpPr>
        <p:spPr>
          <a:xfrm rot="16200000">
            <a:off x="8798248" y="1329373"/>
            <a:ext cx="769441" cy="1225396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Pose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sp>
        <p:nvSpPr>
          <p:cNvPr id="70" name="Flowchart: Manual Operation 69">
            <a:extLst>
              <a:ext uri="{FF2B5EF4-FFF2-40B4-BE49-F238E27FC236}">
                <a16:creationId xmlns:a16="http://schemas.microsoft.com/office/drawing/2014/main" id="{AC2145BA-5921-C860-4C70-EFDAA1CFCE2A}"/>
              </a:ext>
            </a:extLst>
          </p:cNvPr>
          <p:cNvSpPr/>
          <p:nvPr/>
        </p:nvSpPr>
        <p:spPr>
          <a:xfrm rot="16200000">
            <a:off x="8798249" y="2393203"/>
            <a:ext cx="769440" cy="1225396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Rotation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sp>
        <p:nvSpPr>
          <p:cNvPr id="71" name="Flowchart: Manual Operation 70">
            <a:extLst>
              <a:ext uri="{FF2B5EF4-FFF2-40B4-BE49-F238E27FC236}">
                <a16:creationId xmlns:a16="http://schemas.microsoft.com/office/drawing/2014/main" id="{65630613-E607-2DDB-011E-DDA501B91E8B}"/>
              </a:ext>
            </a:extLst>
          </p:cNvPr>
          <p:cNvSpPr/>
          <p:nvPr/>
        </p:nvSpPr>
        <p:spPr>
          <a:xfrm rot="16200000">
            <a:off x="8802310" y="3436696"/>
            <a:ext cx="769441" cy="1217273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dirty="0"/>
              <a:t>Uncertainty</a:t>
            </a:r>
            <a:br>
              <a:rPr lang="en-US" b="1" dirty="0"/>
            </a:br>
            <a:r>
              <a:rPr lang="en-US" b="1" dirty="0"/>
              <a:t>Branch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3F91AEE-3584-1063-065B-033AD4CB0B29}"/>
              </a:ext>
            </a:extLst>
          </p:cNvPr>
          <p:cNvCxnSpPr>
            <a:stCxn id="54" idx="6"/>
            <a:endCxn id="70" idx="0"/>
          </p:cNvCxnSpPr>
          <p:nvPr/>
        </p:nvCxnSpPr>
        <p:spPr>
          <a:xfrm flipV="1">
            <a:off x="7462755" y="3005901"/>
            <a:ext cx="1107516" cy="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32D17A1D-EF15-8B49-142F-1EAB5905362E}"/>
              </a:ext>
            </a:extLst>
          </p:cNvPr>
          <p:cNvCxnSpPr>
            <a:stCxn id="54" idx="6"/>
            <a:endCxn id="69" idx="0"/>
          </p:cNvCxnSpPr>
          <p:nvPr/>
        </p:nvCxnSpPr>
        <p:spPr>
          <a:xfrm flipV="1">
            <a:off x="7462755" y="1942071"/>
            <a:ext cx="1107516" cy="1063832"/>
          </a:xfrm>
          <a:prstGeom prst="bentConnector3">
            <a:avLst>
              <a:gd name="adj1" fmla="val 78504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C44AE22D-6571-C218-F087-EE0ED2DB03E5}"/>
              </a:ext>
            </a:extLst>
          </p:cNvPr>
          <p:cNvCxnSpPr>
            <a:stCxn id="54" idx="6"/>
            <a:endCxn id="71" idx="0"/>
          </p:cNvCxnSpPr>
          <p:nvPr/>
        </p:nvCxnSpPr>
        <p:spPr>
          <a:xfrm>
            <a:off x="7462755" y="3005903"/>
            <a:ext cx="1115639" cy="1039429"/>
          </a:xfrm>
          <a:prstGeom prst="bentConnector3">
            <a:avLst>
              <a:gd name="adj1" fmla="val 7829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BF728CF-9140-376F-FEFB-D7F0970D3644}"/>
              </a:ext>
            </a:extLst>
          </p:cNvPr>
          <p:cNvCxnSpPr>
            <a:cxnSpLocks/>
            <a:stCxn id="69" idx="2"/>
            <a:endCxn id="79" idx="1"/>
          </p:cNvCxnSpPr>
          <p:nvPr/>
        </p:nvCxnSpPr>
        <p:spPr>
          <a:xfrm flipV="1">
            <a:off x="9795667" y="1941416"/>
            <a:ext cx="375607" cy="6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FB7661D-73CA-AEB5-9C17-C1D49A8EA1BA}"/>
              </a:ext>
            </a:extLst>
          </p:cNvPr>
          <p:cNvCxnSpPr>
            <a:cxnSpLocks/>
            <a:stCxn id="70" idx="2"/>
            <a:endCxn id="80" idx="1"/>
          </p:cNvCxnSpPr>
          <p:nvPr/>
        </p:nvCxnSpPr>
        <p:spPr>
          <a:xfrm flipV="1">
            <a:off x="9795667" y="3005480"/>
            <a:ext cx="370675" cy="4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CA3C5A3-63B7-2BF3-F3DB-58D87026EE49}"/>
              </a:ext>
            </a:extLst>
          </p:cNvPr>
          <p:cNvCxnSpPr/>
          <p:nvPr/>
        </p:nvCxnSpPr>
        <p:spPr>
          <a:xfrm>
            <a:off x="9932766" y="1946785"/>
            <a:ext cx="0" cy="44215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3A5DA46-0E5B-212A-6A42-2A71BC499CA0}"/>
              </a:ext>
            </a:extLst>
          </p:cNvPr>
          <p:cNvCxnSpPr>
            <a:cxnSpLocks/>
            <a:endCxn id="70" idx="3"/>
          </p:cNvCxnSpPr>
          <p:nvPr/>
        </p:nvCxnSpPr>
        <p:spPr>
          <a:xfrm rot="10800000" flipV="1">
            <a:off x="9182970" y="2388939"/>
            <a:ext cx="749797" cy="30918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39844F7-2490-F67A-1219-1AC825FADFCC}"/>
                  </a:ext>
                </a:extLst>
              </p:cNvPr>
              <p:cNvSpPr txBox="1"/>
              <p:nvPr/>
            </p:nvSpPr>
            <p:spPr>
              <a:xfrm>
                <a:off x="10171274" y="1802916"/>
                <a:ext cx="12245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39844F7-2490-F67A-1219-1AC825FAD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1802916"/>
                <a:ext cx="1224566" cy="276999"/>
              </a:xfrm>
              <a:prstGeom prst="rect">
                <a:avLst/>
              </a:prstGeom>
              <a:blipFill>
                <a:blip r:embed="rId6"/>
                <a:stretch>
                  <a:fillRect l="-4500" t="-26667" r="-15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5FD8075-DBA5-A01C-CE51-D27481162EE5}"/>
                  </a:ext>
                </a:extLst>
              </p:cNvPr>
              <p:cNvSpPr txBox="1"/>
              <p:nvPr/>
            </p:nvSpPr>
            <p:spPr>
              <a:xfrm>
                <a:off x="10166342" y="2863229"/>
                <a:ext cx="1529971" cy="284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b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5FD8075-DBA5-A01C-CE51-D27481162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6342" y="2863229"/>
                <a:ext cx="1529971" cy="284501"/>
              </a:xfrm>
              <a:prstGeom prst="rect">
                <a:avLst/>
              </a:prstGeom>
              <a:blipFill>
                <a:blip r:embed="rId7"/>
                <a:stretch>
                  <a:fillRect l="-2390" t="-1739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253CC5E-75A3-910E-4CB4-E243D81CBD3E}"/>
                  </a:ext>
                </a:extLst>
              </p:cNvPr>
              <p:cNvSpPr txBox="1"/>
              <p:nvPr/>
            </p:nvSpPr>
            <p:spPr>
              <a:xfrm>
                <a:off x="10171274" y="3629834"/>
                <a:ext cx="148899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253CC5E-75A3-910E-4CB4-E243D81CB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3629834"/>
                <a:ext cx="1488997" cy="276999"/>
              </a:xfrm>
              <a:prstGeom prst="rect">
                <a:avLst/>
              </a:prstGeom>
              <a:blipFill>
                <a:blip r:embed="rId8"/>
                <a:stretch>
                  <a:fillRect l="-5328" t="-4348" r="-2049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517F784-3837-8B3F-5407-A784B2C653FB}"/>
                  </a:ext>
                </a:extLst>
              </p:cNvPr>
              <p:cNvSpPr txBox="1"/>
              <p:nvPr/>
            </p:nvSpPr>
            <p:spPr>
              <a:xfrm>
                <a:off x="10171274" y="4203248"/>
                <a:ext cx="1808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517F784-3837-8B3F-5407-A784B2C65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274" y="4203248"/>
                <a:ext cx="1808910" cy="276999"/>
              </a:xfrm>
              <a:prstGeom prst="rect">
                <a:avLst/>
              </a:prstGeom>
              <a:blipFill>
                <a:blip r:embed="rId9"/>
                <a:stretch>
                  <a:fillRect l="-5068" t="-4444" r="-168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658216C7-60C6-612F-BBF6-2FCB942F4D46}"/>
              </a:ext>
            </a:extLst>
          </p:cNvPr>
          <p:cNvCxnSpPr>
            <a:cxnSpLocks/>
            <a:stCxn id="71" idx="2"/>
            <a:endCxn id="81" idx="1"/>
          </p:cNvCxnSpPr>
          <p:nvPr/>
        </p:nvCxnSpPr>
        <p:spPr>
          <a:xfrm flipV="1">
            <a:off x="9795667" y="3768334"/>
            <a:ext cx="375607" cy="27699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C570F918-A5DE-DC47-8E89-49E5DE36D015}"/>
              </a:ext>
            </a:extLst>
          </p:cNvPr>
          <p:cNvCxnSpPr>
            <a:cxnSpLocks/>
            <a:stCxn id="71" idx="2"/>
            <a:endCxn id="82" idx="1"/>
          </p:cNvCxnSpPr>
          <p:nvPr/>
        </p:nvCxnSpPr>
        <p:spPr>
          <a:xfrm>
            <a:off x="9795667" y="4045332"/>
            <a:ext cx="375607" cy="29641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74D6A2C-1924-C80A-925C-8B967F4A9097}"/>
                  </a:ext>
                </a:extLst>
              </p:cNvPr>
              <p:cNvSpPr txBox="1"/>
              <p:nvPr/>
            </p:nvSpPr>
            <p:spPr>
              <a:xfrm>
                <a:off x="7516054" y="2703993"/>
                <a:ext cx="7889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74D6A2C-1924-C80A-925C-8B967F4A9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054" y="2703993"/>
                <a:ext cx="788934" cy="276999"/>
              </a:xfrm>
              <a:prstGeom prst="rect">
                <a:avLst/>
              </a:prstGeom>
              <a:blipFill>
                <a:blip r:embed="rId10"/>
                <a:stretch>
                  <a:fillRect l="-10853" t="-4444" r="-10078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4A25DF68-94BF-16AB-4D9F-AA9328532075}"/>
              </a:ext>
            </a:extLst>
          </p:cNvPr>
          <p:cNvSpPr/>
          <p:nvPr/>
        </p:nvSpPr>
        <p:spPr>
          <a:xfrm>
            <a:off x="8361099" y="3501296"/>
            <a:ext cx="3785640" cy="1136868"/>
          </a:xfrm>
          <a:prstGeom prst="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BCC4A9A-7B65-6F27-AFF6-A10413D801FE}"/>
                  </a:ext>
                </a:extLst>
              </p:cNvPr>
              <p:cNvSpPr txBox="1"/>
              <p:nvPr/>
            </p:nvSpPr>
            <p:spPr>
              <a:xfrm>
                <a:off x="9982606" y="2246927"/>
                <a:ext cx="9487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BCC4A9A-7B65-6F27-AFF6-A10413D80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606" y="2246927"/>
                <a:ext cx="948721" cy="276999"/>
              </a:xfrm>
              <a:prstGeom prst="rect">
                <a:avLst/>
              </a:prstGeom>
              <a:blipFill>
                <a:blip r:embed="rId11"/>
                <a:stretch>
                  <a:fillRect l="-5806" t="-26667" r="-27097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345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1808AD-5243-E68B-EC86-B9A6B565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28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5535A7-3763-DF2D-CB34-80108AFA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Uncertainty Branch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0D94F8-37C1-7ADE-59A4-ECA157E1CF1B}"/>
              </a:ext>
            </a:extLst>
          </p:cNvPr>
          <p:cNvSpPr/>
          <p:nvPr/>
        </p:nvSpPr>
        <p:spPr>
          <a:xfrm>
            <a:off x="1293022" y="1849300"/>
            <a:ext cx="1063175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  <a:endParaRPr lang="en-US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B1FC1C-E18D-8F8E-92F7-82408C375101}"/>
              </a:ext>
            </a:extLst>
          </p:cNvPr>
          <p:cNvSpPr/>
          <p:nvPr/>
        </p:nvSpPr>
        <p:spPr>
          <a:xfrm>
            <a:off x="2586754" y="1849300"/>
            <a:ext cx="1070472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LReLU</a:t>
            </a:r>
            <a:endParaRPr lang="en-US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2EC5F7-174F-C469-88D1-A86C2CAFA98E}"/>
              </a:ext>
            </a:extLst>
          </p:cNvPr>
          <p:cNvSpPr/>
          <p:nvPr/>
        </p:nvSpPr>
        <p:spPr>
          <a:xfrm>
            <a:off x="3930187" y="1849300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Upconv</a:t>
            </a:r>
            <a:endParaRPr lang="en-US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13DEAA-EB2A-6870-4E71-FB32F7C519DB}"/>
              </a:ext>
            </a:extLst>
          </p:cNvPr>
          <p:cNvSpPr/>
          <p:nvPr/>
        </p:nvSpPr>
        <p:spPr>
          <a:xfrm>
            <a:off x="5225630" y="1849300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/>
              <a:t>BN</a:t>
            </a:r>
            <a:endParaRPr lang="en-US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E07B101-1DCC-3DD2-573C-B76E8430E8B9}"/>
              </a:ext>
            </a:extLst>
          </p:cNvPr>
          <p:cNvSpPr/>
          <p:nvPr/>
        </p:nvSpPr>
        <p:spPr>
          <a:xfrm>
            <a:off x="6521075" y="1857306"/>
            <a:ext cx="1075264" cy="3423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ReLU</a:t>
            </a:r>
            <a:endParaRPr lang="en-US" b="1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192991-D5B1-4476-705C-DF40E8D6439A}"/>
              </a:ext>
            </a:extLst>
          </p:cNvPr>
          <p:cNvSpPr/>
          <p:nvPr/>
        </p:nvSpPr>
        <p:spPr>
          <a:xfrm>
            <a:off x="9111963" y="1857306"/>
            <a:ext cx="1063175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/>
              <a:t>Sigmoid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BFB72E-CDED-D702-4532-2EF5672B25D5}"/>
              </a:ext>
            </a:extLst>
          </p:cNvPr>
          <p:cNvSpPr txBox="1"/>
          <p:nvPr/>
        </p:nvSpPr>
        <p:spPr>
          <a:xfrm>
            <a:off x="0" y="5916543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“What uncertainties do we need in </a:t>
            </a:r>
            <a:r>
              <a:rPr lang="en-US" sz="1400" i="1" dirty="0" err="1"/>
              <a:t>bayesian</a:t>
            </a:r>
            <a:r>
              <a:rPr lang="en-US" sz="1400" i="1" dirty="0"/>
              <a:t> deep learning for computer vision?”</a:t>
            </a:r>
            <a:r>
              <a:rPr lang="en-US" sz="1400" dirty="0"/>
              <a:t> [Kendall et al., NeurIPS’17]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57952D-296E-C262-210F-2920CD8E4119}"/>
              </a:ext>
            </a:extLst>
          </p:cNvPr>
          <p:cNvSpPr/>
          <p:nvPr/>
        </p:nvSpPr>
        <p:spPr>
          <a:xfrm>
            <a:off x="7806273" y="1857306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Upconv</a:t>
            </a:r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0C008D-2699-32F9-A4F8-A60E6884A12A}"/>
              </a:ext>
            </a:extLst>
          </p:cNvPr>
          <p:cNvSpPr/>
          <p:nvPr/>
        </p:nvSpPr>
        <p:spPr>
          <a:xfrm>
            <a:off x="1216582" y="1502636"/>
            <a:ext cx="2511702" cy="88654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06004B-446C-1132-DA68-575AC684857F}"/>
              </a:ext>
            </a:extLst>
          </p:cNvPr>
          <p:cNvSpPr/>
          <p:nvPr/>
        </p:nvSpPr>
        <p:spPr>
          <a:xfrm>
            <a:off x="3807605" y="1502636"/>
            <a:ext cx="3876086" cy="88654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5F05F6-5969-C03A-6083-E5544E0DECAA}"/>
                  </a:ext>
                </a:extLst>
              </p:cNvPr>
              <p:cNvSpPr txBox="1"/>
              <p:nvPr/>
            </p:nvSpPr>
            <p:spPr>
              <a:xfrm>
                <a:off x="3259681" y="1533069"/>
                <a:ext cx="3975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5F05F6-5969-C03A-6083-E5544E0DE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681" y="1533069"/>
                <a:ext cx="397545" cy="276999"/>
              </a:xfrm>
              <a:prstGeom prst="rect">
                <a:avLst/>
              </a:prstGeom>
              <a:blipFill>
                <a:blip r:embed="rId3"/>
                <a:stretch>
                  <a:fillRect l="-9231" r="-1384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53D01C-00CA-B9C9-547E-26352F8722A7}"/>
                  </a:ext>
                </a:extLst>
              </p:cNvPr>
              <p:cNvSpPr txBox="1"/>
              <p:nvPr/>
            </p:nvSpPr>
            <p:spPr>
              <a:xfrm>
                <a:off x="7198235" y="1533069"/>
                <a:ext cx="3975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53D01C-00CA-B9C9-547E-26352F872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235" y="1533069"/>
                <a:ext cx="397545" cy="276999"/>
              </a:xfrm>
              <a:prstGeom prst="rect">
                <a:avLst/>
              </a:prstGeom>
              <a:blipFill>
                <a:blip r:embed="rId4"/>
                <a:stretch>
                  <a:fillRect l="-9231" r="-1384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68B5487-B58F-C509-E44D-585BEFCEED0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356197" y="2023949"/>
            <a:ext cx="2305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5FE58F-0358-AE2B-AC26-E5F6BD30722A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3657226" y="2023949"/>
            <a:ext cx="272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5BD50C0-1DD5-F2DF-8D03-FF8F8965D4B6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5005451" y="2023949"/>
            <a:ext cx="22017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516188-E477-5D06-C9C2-CB7BF1D4E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6300894" y="2023949"/>
            <a:ext cx="220181" cy="45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3DE9FC9-1CD7-B7F2-559E-6DA7E415BB02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>
            <a:off x="7596339" y="2028491"/>
            <a:ext cx="209934" cy="34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F100B4-39E4-AAC8-F987-53C2AFA32900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>
            <a:off x="8881537" y="2031955"/>
            <a:ext cx="23042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2B93B01-78A2-1411-06CB-FF5A9B151165}"/>
              </a:ext>
            </a:extLst>
          </p:cNvPr>
          <p:cNvSpPr/>
          <p:nvPr/>
        </p:nvSpPr>
        <p:spPr>
          <a:xfrm>
            <a:off x="1864030" y="2620136"/>
            <a:ext cx="1142807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21A25FC-D693-672B-A15E-FC91D076F715}"/>
                  </a:ext>
                </a:extLst>
              </p:cNvPr>
              <p:cNvSpPr txBox="1"/>
              <p:nvPr/>
            </p:nvSpPr>
            <p:spPr>
              <a:xfrm>
                <a:off x="10410337" y="1879274"/>
                <a:ext cx="17140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21A25FC-D693-672B-A15E-FC91D076F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0337" y="1879274"/>
                <a:ext cx="1714059" cy="307777"/>
              </a:xfrm>
              <a:prstGeom prst="rect">
                <a:avLst/>
              </a:prstGeom>
              <a:blipFill>
                <a:blip r:embed="rId5"/>
                <a:stretch>
                  <a:fillRect l="-3203" t="-1961" r="-356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1174B2F-EFF4-B24F-2C60-CA8957FBF97E}"/>
                  </a:ext>
                </a:extLst>
              </p:cNvPr>
              <p:cNvSpPr txBox="1"/>
              <p:nvPr/>
            </p:nvSpPr>
            <p:spPr>
              <a:xfrm>
                <a:off x="54592" y="2235291"/>
                <a:ext cx="8747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1174B2F-EFF4-B24F-2C60-CA8957FBF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2" y="2235291"/>
                <a:ext cx="874727" cy="307777"/>
              </a:xfrm>
              <a:prstGeom prst="rect">
                <a:avLst/>
              </a:prstGeom>
              <a:blipFill>
                <a:blip r:embed="rId6"/>
                <a:stretch>
                  <a:fillRect l="-10490" t="-4000" r="-11189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15BD421-614A-4B81-9BDC-429C000D9574}"/>
              </a:ext>
            </a:extLst>
          </p:cNvPr>
          <p:cNvCxnSpPr>
            <a:cxnSpLocks/>
            <a:stCxn id="24" idx="3"/>
            <a:endCxn id="68" idx="1"/>
          </p:cNvCxnSpPr>
          <p:nvPr/>
        </p:nvCxnSpPr>
        <p:spPr>
          <a:xfrm>
            <a:off x="10175138" y="2031955"/>
            <a:ext cx="235199" cy="12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65A9C363-5755-05A9-20A6-96121F211480}"/>
              </a:ext>
            </a:extLst>
          </p:cNvPr>
          <p:cNvCxnSpPr>
            <a:stCxn id="69" idx="3"/>
          </p:cNvCxnSpPr>
          <p:nvPr/>
        </p:nvCxnSpPr>
        <p:spPr>
          <a:xfrm flipV="1">
            <a:off x="929319" y="2031955"/>
            <a:ext cx="363703" cy="357225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D80067C7-A6DC-7FDA-0474-1E0814A4F41E}"/>
              </a:ext>
            </a:extLst>
          </p:cNvPr>
          <p:cNvCxnSpPr>
            <a:stCxn id="69" idx="3"/>
            <a:endCxn id="44" idx="1"/>
          </p:cNvCxnSpPr>
          <p:nvPr/>
        </p:nvCxnSpPr>
        <p:spPr>
          <a:xfrm>
            <a:off x="929319" y="2389180"/>
            <a:ext cx="934711" cy="405605"/>
          </a:xfrm>
          <a:prstGeom prst="bentConnector3">
            <a:avLst>
              <a:gd name="adj1" fmla="val 19338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891D9A8-CEE7-1F8D-E374-E818A11AAF7F}"/>
                  </a:ext>
                </a:extLst>
              </p:cNvPr>
              <p:cNvSpPr txBox="1"/>
              <p:nvPr/>
            </p:nvSpPr>
            <p:spPr>
              <a:xfrm>
                <a:off x="3259681" y="2657560"/>
                <a:ext cx="2236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891D9A8-CEE7-1F8D-E374-E818A11AA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681" y="2657560"/>
                <a:ext cx="2236766" cy="276999"/>
              </a:xfrm>
              <a:prstGeom prst="rect">
                <a:avLst/>
              </a:prstGeom>
              <a:blipFill>
                <a:blip r:embed="rId7"/>
                <a:stretch>
                  <a:fillRect l="-1090" t="-4444" r="-27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48D15CE-4031-96E9-9B58-5BBE1DBAF971}"/>
              </a:ext>
            </a:extLst>
          </p:cNvPr>
          <p:cNvCxnSpPr>
            <a:stCxn id="44" idx="3"/>
            <a:endCxn id="101" idx="1"/>
          </p:cNvCxnSpPr>
          <p:nvPr/>
        </p:nvCxnSpPr>
        <p:spPr>
          <a:xfrm>
            <a:off x="3006837" y="2794785"/>
            <a:ext cx="252844" cy="12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A2D6FD8-D4BD-FAD1-A96D-E9FB3D5DC7CA}"/>
                  </a:ext>
                </a:extLst>
              </p:cNvPr>
              <p:cNvSpPr txBox="1"/>
              <p:nvPr/>
            </p:nvSpPr>
            <p:spPr>
              <a:xfrm>
                <a:off x="0" y="989463"/>
                <a:ext cx="12192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Bayesian modeling of joints as Gaussian distributions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to handle uncertainty and occlusions.</a:t>
                </a: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A2D6FD8-D4BD-FAD1-A96D-E9FB3D5DC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89463"/>
                <a:ext cx="12192000" cy="430887"/>
              </a:xfrm>
              <a:prstGeom prst="rect">
                <a:avLst/>
              </a:prstGeom>
              <a:blipFill>
                <a:blip r:embed="rId9"/>
                <a:stretch>
                  <a:fillRect l="-650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9" name="Picture 108">
            <a:extLst>
              <a:ext uri="{FF2B5EF4-FFF2-40B4-BE49-F238E27FC236}">
                <a16:creationId xmlns:a16="http://schemas.microsoft.com/office/drawing/2014/main" id="{FA8DE162-CF0D-B01F-0F53-23541158C5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9057" y="2475447"/>
            <a:ext cx="1370439" cy="317738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68481F26-6880-61DF-9FB3-57A2D81B5F36}"/>
              </a:ext>
            </a:extLst>
          </p:cNvPr>
          <p:cNvSpPr txBox="1"/>
          <p:nvPr/>
        </p:nvSpPr>
        <p:spPr>
          <a:xfrm>
            <a:off x="10215920" y="5701100"/>
            <a:ext cx="1476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Adapted from </a:t>
            </a:r>
            <a:br>
              <a:rPr lang="en-US" sz="1400" i="1" dirty="0"/>
            </a:br>
            <a:r>
              <a:rPr lang="en-US" sz="1400" i="1" dirty="0"/>
              <a:t>Dang et al.</a:t>
            </a:r>
          </a:p>
        </p:txBody>
      </p:sp>
    </p:spTree>
    <p:extLst>
      <p:ext uri="{BB962C8B-B14F-4D97-AF65-F5344CB8AC3E}">
        <p14:creationId xmlns:p14="http://schemas.microsoft.com/office/powerpoint/2010/main" val="3946132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4608E-5AD5-D5FA-D3B4-6B4AE445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0">
            <a:extLst>
              <a:ext uri="{FF2B5EF4-FFF2-40B4-BE49-F238E27FC236}">
                <a16:creationId xmlns:a16="http://schemas.microsoft.com/office/drawing/2014/main" id="{1B3951EA-F240-F476-980C-A3B755845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053" y="2477955"/>
            <a:ext cx="1370439" cy="316723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89E507-DD8F-E1F7-1809-A798AF41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29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B78D9-F77A-AFD1-5CAE-178E354A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Uncertainty Branch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99865E-A5A1-3550-B0CD-4492EA1C6404}"/>
              </a:ext>
            </a:extLst>
          </p:cNvPr>
          <p:cNvSpPr/>
          <p:nvPr/>
        </p:nvSpPr>
        <p:spPr>
          <a:xfrm>
            <a:off x="1293022" y="1849300"/>
            <a:ext cx="1063175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  <a:endParaRPr lang="en-US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0FBD09-3BDD-D652-D2A3-FE0F2CD9B647}"/>
              </a:ext>
            </a:extLst>
          </p:cNvPr>
          <p:cNvSpPr/>
          <p:nvPr/>
        </p:nvSpPr>
        <p:spPr>
          <a:xfrm>
            <a:off x="2586754" y="1849300"/>
            <a:ext cx="1070472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LReLU</a:t>
            </a:r>
            <a:endParaRPr lang="en-US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3C8877-F4C7-5F7A-C82E-62947254DF5D}"/>
              </a:ext>
            </a:extLst>
          </p:cNvPr>
          <p:cNvSpPr/>
          <p:nvPr/>
        </p:nvSpPr>
        <p:spPr>
          <a:xfrm>
            <a:off x="3930187" y="1849300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Upconv</a:t>
            </a:r>
            <a:endParaRPr lang="en-US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1B8742-D94D-934A-DA5A-161922CA39D0}"/>
              </a:ext>
            </a:extLst>
          </p:cNvPr>
          <p:cNvSpPr/>
          <p:nvPr/>
        </p:nvSpPr>
        <p:spPr>
          <a:xfrm>
            <a:off x="5225630" y="1849300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/>
              <a:t>BN</a:t>
            </a:r>
            <a:endParaRPr lang="en-US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A2D167-E57E-12FB-9DD4-8E68AFF9F24D}"/>
              </a:ext>
            </a:extLst>
          </p:cNvPr>
          <p:cNvSpPr/>
          <p:nvPr/>
        </p:nvSpPr>
        <p:spPr>
          <a:xfrm>
            <a:off x="6521075" y="1857306"/>
            <a:ext cx="1075264" cy="3423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ReLU</a:t>
            </a:r>
            <a:endParaRPr lang="en-US" b="1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9469D9A-AF91-4D5C-8E4C-C5234D778AAF}"/>
              </a:ext>
            </a:extLst>
          </p:cNvPr>
          <p:cNvSpPr/>
          <p:nvPr/>
        </p:nvSpPr>
        <p:spPr>
          <a:xfrm>
            <a:off x="9111963" y="1857306"/>
            <a:ext cx="1063175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/>
              <a:t>Sigmoid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605A6D-C1AC-DD1C-607B-C99D6BB828B0}"/>
              </a:ext>
            </a:extLst>
          </p:cNvPr>
          <p:cNvSpPr txBox="1"/>
          <p:nvPr/>
        </p:nvSpPr>
        <p:spPr>
          <a:xfrm>
            <a:off x="0" y="5916543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“What uncertainties do we need in </a:t>
            </a:r>
            <a:r>
              <a:rPr lang="en-US" sz="1400" i="1" dirty="0" err="1"/>
              <a:t>bayesian</a:t>
            </a:r>
            <a:r>
              <a:rPr lang="en-US" sz="1400" i="1" dirty="0"/>
              <a:t> deep learning for computer vision?”</a:t>
            </a:r>
            <a:r>
              <a:rPr lang="en-US" sz="1400" dirty="0"/>
              <a:t> [Kendall et al., NeurIPS’17]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8E15BE-C0E4-3BB5-7417-7D7FFBDECFBA}"/>
              </a:ext>
            </a:extLst>
          </p:cNvPr>
          <p:cNvSpPr/>
          <p:nvPr/>
        </p:nvSpPr>
        <p:spPr>
          <a:xfrm>
            <a:off x="7806273" y="1857306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Upconv</a:t>
            </a:r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8674C8-8ADD-1963-EB0B-CC10ED398BA2}"/>
              </a:ext>
            </a:extLst>
          </p:cNvPr>
          <p:cNvSpPr/>
          <p:nvPr/>
        </p:nvSpPr>
        <p:spPr>
          <a:xfrm>
            <a:off x="1216582" y="1502636"/>
            <a:ext cx="2511702" cy="88654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ACB37B-9FF5-FF38-6282-2338D2F9386A}"/>
              </a:ext>
            </a:extLst>
          </p:cNvPr>
          <p:cNvSpPr/>
          <p:nvPr/>
        </p:nvSpPr>
        <p:spPr>
          <a:xfrm>
            <a:off x="3807605" y="1502636"/>
            <a:ext cx="3876086" cy="88654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8FB99D-CEDB-8CE7-DDFA-7B8BCDCE43AC}"/>
                  </a:ext>
                </a:extLst>
              </p:cNvPr>
              <p:cNvSpPr txBox="1"/>
              <p:nvPr/>
            </p:nvSpPr>
            <p:spPr>
              <a:xfrm>
                <a:off x="3259681" y="1533069"/>
                <a:ext cx="3975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8FB99D-CEDB-8CE7-DDFA-7B8BCDCE4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681" y="1533069"/>
                <a:ext cx="397545" cy="276999"/>
              </a:xfrm>
              <a:prstGeom prst="rect">
                <a:avLst/>
              </a:prstGeom>
              <a:blipFill>
                <a:blip r:embed="rId4"/>
                <a:stretch>
                  <a:fillRect l="-9231" r="-1384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8EA667-0FBE-5F0F-7F54-A8139DE84B4B}"/>
                  </a:ext>
                </a:extLst>
              </p:cNvPr>
              <p:cNvSpPr txBox="1"/>
              <p:nvPr/>
            </p:nvSpPr>
            <p:spPr>
              <a:xfrm>
                <a:off x="7198235" y="1533069"/>
                <a:ext cx="3975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8EA667-0FBE-5F0F-7F54-A8139DE84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235" y="1533069"/>
                <a:ext cx="397545" cy="276999"/>
              </a:xfrm>
              <a:prstGeom prst="rect">
                <a:avLst/>
              </a:prstGeom>
              <a:blipFill>
                <a:blip r:embed="rId5"/>
                <a:stretch>
                  <a:fillRect l="-9231" r="-1384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E01160-0A7C-C9E5-4160-D705FE67C2C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356197" y="2023949"/>
            <a:ext cx="2305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32B2B8-453F-8840-66BB-8345500C4357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3657226" y="2023949"/>
            <a:ext cx="272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0DFAE1E-BDB4-DDA4-BC8D-655607770133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5005451" y="2023949"/>
            <a:ext cx="22017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3309A87-A554-1E5D-E00E-8309FE77F68A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6300894" y="2023949"/>
            <a:ext cx="220181" cy="45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FE6028-1360-B6E6-F6E0-D38C49D31466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>
            <a:off x="7596339" y="2028491"/>
            <a:ext cx="209934" cy="34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F377638-595C-F1E6-F955-22D506842AD7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>
            <a:off x="8881537" y="2031955"/>
            <a:ext cx="23042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37B52AE-2C7B-A1E3-53D4-43BD8224A911}"/>
              </a:ext>
            </a:extLst>
          </p:cNvPr>
          <p:cNvSpPr/>
          <p:nvPr/>
        </p:nvSpPr>
        <p:spPr>
          <a:xfrm>
            <a:off x="1864030" y="2620136"/>
            <a:ext cx="1142807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3FFA855-512C-7EC7-4A7D-3E9D3F63187E}"/>
                  </a:ext>
                </a:extLst>
              </p:cNvPr>
              <p:cNvSpPr txBox="1"/>
              <p:nvPr/>
            </p:nvSpPr>
            <p:spPr>
              <a:xfrm>
                <a:off x="54592" y="2235291"/>
                <a:ext cx="8747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3FFA855-512C-7EC7-4A7D-3E9D3F631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2" y="2235291"/>
                <a:ext cx="874727" cy="307777"/>
              </a:xfrm>
              <a:prstGeom prst="rect">
                <a:avLst/>
              </a:prstGeom>
              <a:blipFill>
                <a:blip r:embed="rId7"/>
                <a:stretch>
                  <a:fillRect l="-10490" t="-4000" r="-11189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8A65E95-E534-DD72-6145-4FC4BE60A934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10175138" y="2031955"/>
            <a:ext cx="235199" cy="12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2AED8292-5D3B-0BAF-6955-D61B1FE4A859}"/>
              </a:ext>
            </a:extLst>
          </p:cNvPr>
          <p:cNvCxnSpPr>
            <a:stCxn id="69" idx="3"/>
          </p:cNvCxnSpPr>
          <p:nvPr/>
        </p:nvCxnSpPr>
        <p:spPr>
          <a:xfrm flipV="1">
            <a:off x="929319" y="2031955"/>
            <a:ext cx="363703" cy="357225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D6E95060-DD1B-A3FF-BBCB-A3692A782B79}"/>
              </a:ext>
            </a:extLst>
          </p:cNvPr>
          <p:cNvCxnSpPr>
            <a:stCxn id="69" idx="3"/>
            <a:endCxn id="44" idx="1"/>
          </p:cNvCxnSpPr>
          <p:nvPr/>
        </p:nvCxnSpPr>
        <p:spPr>
          <a:xfrm>
            <a:off x="929319" y="2389180"/>
            <a:ext cx="934711" cy="405605"/>
          </a:xfrm>
          <a:prstGeom prst="bentConnector3">
            <a:avLst>
              <a:gd name="adj1" fmla="val 19338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9A3E625-A415-1E5C-5CB6-7CF7852B056A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3006837" y="2794785"/>
            <a:ext cx="252844" cy="12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6B2F3EF-E3C0-1E13-1643-19305C80A2D5}"/>
                  </a:ext>
                </a:extLst>
              </p:cNvPr>
              <p:cNvSpPr txBox="1"/>
              <p:nvPr/>
            </p:nvSpPr>
            <p:spPr>
              <a:xfrm>
                <a:off x="0" y="989463"/>
                <a:ext cx="12192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Bayesian modeling of joints as Gaussian distributions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to handle uncertainty and occlusions.</a:t>
                </a: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6B2F3EF-E3C0-1E13-1643-19305C80A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89463"/>
                <a:ext cx="12192000" cy="430887"/>
              </a:xfrm>
              <a:prstGeom prst="rect">
                <a:avLst/>
              </a:prstGeom>
              <a:blipFill>
                <a:blip r:embed="rId9"/>
                <a:stretch>
                  <a:fillRect l="-650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15254B3A-4CC2-BC89-27D7-E5C81F9AAF35}"/>
                  </a:ext>
                </a:extLst>
              </p:cNvPr>
              <p:cNvSpPr txBox="1"/>
              <p:nvPr/>
            </p:nvSpPr>
            <p:spPr>
              <a:xfrm>
                <a:off x="8892213" y="3152736"/>
                <a:ext cx="60405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15254B3A-4CC2-BC89-27D7-E5C81F9AA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213" y="3152736"/>
                <a:ext cx="604057" cy="430887"/>
              </a:xfrm>
              <a:prstGeom prst="rect">
                <a:avLst/>
              </a:prstGeom>
              <a:blipFill>
                <a:blip r:embed="rId10"/>
                <a:stretch>
                  <a:fillRect b="-7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65A0041B-D1D4-0BAD-01D4-403D138A9871}"/>
              </a:ext>
            </a:extLst>
          </p:cNvPr>
          <p:cNvSpPr txBox="1"/>
          <p:nvPr/>
        </p:nvSpPr>
        <p:spPr>
          <a:xfrm>
            <a:off x="10215920" y="5701100"/>
            <a:ext cx="1476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Adapted from </a:t>
            </a:r>
            <a:br>
              <a:rPr lang="en-US" sz="1400" i="1" dirty="0"/>
            </a:br>
            <a:r>
              <a:rPr lang="en-US" sz="1400" i="1" dirty="0"/>
              <a:t>Dang et 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085896-3B3D-AB81-3AAB-80C0DB9CD00A}"/>
                  </a:ext>
                </a:extLst>
              </p:cNvPr>
              <p:cNvSpPr txBox="1"/>
              <p:nvPr/>
            </p:nvSpPr>
            <p:spPr>
              <a:xfrm>
                <a:off x="10410337" y="1879274"/>
                <a:ext cx="17140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085896-3B3D-AB81-3AAB-80C0DB9CD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0337" y="1879274"/>
                <a:ext cx="1714059" cy="307777"/>
              </a:xfrm>
              <a:prstGeom prst="rect">
                <a:avLst/>
              </a:prstGeom>
              <a:blipFill>
                <a:blip r:embed="rId11"/>
                <a:stretch>
                  <a:fillRect l="-3203" t="-1961" r="-356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C73FDE-EF94-BCBD-3D1A-0C1E89249F24}"/>
                  </a:ext>
                </a:extLst>
              </p:cNvPr>
              <p:cNvSpPr txBox="1"/>
              <p:nvPr/>
            </p:nvSpPr>
            <p:spPr>
              <a:xfrm>
                <a:off x="3259681" y="2657560"/>
                <a:ext cx="2236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C73FDE-EF94-BCBD-3D1A-0C1E89249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681" y="2657560"/>
                <a:ext cx="2236766" cy="276999"/>
              </a:xfrm>
              <a:prstGeom prst="rect">
                <a:avLst/>
              </a:prstGeom>
              <a:blipFill>
                <a:blip r:embed="rId12"/>
                <a:stretch>
                  <a:fillRect l="-1090" t="-4444" r="-27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991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FE9F6-6D7B-1810-E0DC-38F95C78B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12">
            <a:extLst>
              <a:ext uri="{FF2B5EF4-FFF2-40B4-BE49-F238E27FC236}">
                <a16:creationId xmlns:a16="http://schemas.microsoft.com/office/drawing/2014/main" id="{B10DEF12-C985-8F3B-1606-CED70EF30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054" y="2467685"/>
            <a:ext cx="1370439" cy="319087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FBA25E-5459-5DFE-1EB7-0871A030D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30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C30501-5AB5-093B-1582-621F05629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Uncertainty Branch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B23EFB-4260-2FC7-EF4D-793D365B182C}"/>
              </a:ext>
            </a:extLst>
          </p:cNvPr>
          <p:cNvSpPr/>
          <p:nvPr/>
        </p:nvSpPr>
        <p:spPr>
          <a:xfrm>
            <a:off x="1293022" y="1849300"/>
            <a:ext cx="1063175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  <a:endParaRPr lang="en-US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0B5CB0-1471-19D5-0DD4-758BE7535B91}"/>
              </a:ext>
            </a:extLst>
          </p:cNvPr>
          <p:cNvSpPr/>
          <p:nvPr/>
        </p:nvSpPr>
        <p:spPr>
          <a:xfrm>
            <a:off x="2586754" y="1849300"/>
            <a:ext cx="1070472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LReLU</a:t>
            </a:r>
            <a:endParaRPr lang="en-US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CBDAED-9539-3CFA-916E-6391A026E97A}"/>
              </a:ext>
            </a:extLst>
          </p:cNvPr>
          <p:cNvSpPr/>
          <p:nvPr/>
        </p:nvSpPr>
        <p:spPr>
          <a:xfrm>
            <a:off x="3930187" y="1849300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Upconv</a:t>
            </a:r>
            <a:endParaRPr lang="en-US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85FC4C7-8906-53A6-6C79-EFAF798874DA}"/>
              </a:ext>
            </a:extLst>
          </p:cNvPr>
          <p:cNvSpPr/>
          <p:nvPr/>
        </p:nvSpPr>
        <p:spPr>
          <a:xfrm>
            <a:off x="5225630" y="1849300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/>
              <a:t>BN</a:t>
            </a:r>
            <a:endParaRPr lang="en-US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7F9A8D2-1954-4DAE-269E-1E4869E6B186}"/>
              </a:ext>
            </a:extLst>
          </p:cNvPr>
          <p:cNvSpPr/>
          <p:nvPr/>
        </p:nvSpPr>
        <p:spPr>
          <a:xfrm>
            <a:off x="6521075" y="1857306"/>
            <a:ext cx="1075264" cy="3423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ReLU</a:t>
            </a:r>
            <a:endParaRPr lang="en-US" b="1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76A20CA-E8AA-56C3-C604-9917AC5350F5}"/>
              </a:ext>
            </a:extLst>
          </p:cNvPr>
          <p:cNvSpPr/>
          <p:nvPr/>
        </p:nvSpPr>
        <p:spPr>
          <a:xfrm>
            <a:off x="9111963" y="1857306"/>
            <a:ext cx="1063175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/>
              <a:t>Sigmoid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23FA67-A2D7-EE7F-2A3D-36939E47F7E2}"/>
              </a:ext>
            </a:extLst>
          </p:cNvPr>
          <p:cNvSpPr txBox="1"/>
          <p:nvPr/>
        </p:nvSpPr>
        <p:spPr>
          <a:xfrm>
            <a:off x="0" y="5916543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“What uncertainties do we need in </a:t>
            </a:r>
            <a:r>
              <a:rPr lang="en-US" sz="1400" i="1" dirty="0" err="1"/>
              <a:t>bayesian</a:t>
            </a:r>
            <a:r>
              <a:rPr lang="en-US" sz="1400" i="1" dirty="0"/>
              <a:t> deep learning for computer vision?”</a:t>
            </a:r>
            <a:r>
              <a:rPr lang="en-US" sz="1400" dirty="0"/>
              <a:t> [Kendall et al., NeurIPS’17]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447FF9-3FBE-F2EC-665A-7D3BD11566E2}"/>
              </a:ext>
            </a:extLst>
          </p:cNvPr>
          <p:cNvSpPr/>
          <p:nvPr/>
        </p:nvSpPr>
        <p:spPr>
          <a:xfrm>
            <a:off x="7806273" y="1857306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Upconv</a:t>
            </a:r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A77802-49E2-0B2E-3980-8F8B4C7D3855}"/>
              </a:ext>
            </a:extLst>
          </p:cNvPr>
          <p:cNvSpPr/>
          <p:nvPr/>
        </p:nvSpPr>
        <p:spPr>
          <a:xfrm>
            <a:off x="1216582" y="1502636"/>
            <a:ext cx="2511702" cy="88654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2D5AB9-141A-FBAA-5113-F047B821848F}"/>
              </a:ext>
            </a:extLst>
          </p:cNvPr>
          <p:cNvSpPr/>
          <p:nvPr/>
        </p:nvSpPr>
        <p:spPr>
          <a:xfrm>
            <a:off x="3807605" y="1502636"/>
            <a:ext cx="3876086" cy="88654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8151F9-E6E7-A022-B122-50A1D2EBAC6E}"/>
                  </a:ext>
                </a:extLst>
              </p:cNvPr>
              <p:cNvSpPr txBox="1"/>
              <p:nvPr/>
            </p:nvSpPr>
            <p:spPr>
              <a:xfrm>
                <a:off x="3259681" y="1533069"/>
                <a:ext cx="3975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8151F9-E6E7-A022-B122-50A1D2EBA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681" y="1533069"/>
                <a:ext cx="397545" cy="276999"/>
              </a:xfrm>
              <a:prstGeom prst="rect">
                <a:avLst/>
              </a:prstGeom>
              <a:blipFill>
                <a:blip r:embed="rId4"/>
                <a:stretch>
                  <a:fillRect l="-9231" r="-1384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C596DC1-AE34-D861-CB7C-450D1AC47089}"/>
                  </a:ext>
                </a:extLst>
              </p:cNvPr>
              <p:cNvSpPr txBox="1"/>
              <p:nvPr/>
            </p:nvSpPr>
            <p:spPr>
              <a:xfrm>
                <a:off x="7198235" y="1533069"/>
                <a:ext cx="3975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C596DC1-AE34-D861-CB7C-450D1AC47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235" y="1533069"/>
                <a:ext cx="397545" cy="276999"/>
              </a:xfrm>
              <a:prstGeom prst="rect">
                <a:avLst/>
              </a:prstGeom>
              <a:blipFill>
                <a:blip r:embed="rId5"/>
                <a:stretch>
                  <a:fillRect l="-9231" r="-1384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A227C3-5639-EDD6-5045-2831C75BD11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356197" y="2023949"/>
            <a:ext cx="2305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3053E36-58A1-2740-00A0-220789455727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3657226" y="2023949"/>
            <a:ext cx="272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A2A17C1-22D5-B6A1-6EA0-1B3A6B4C0D03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5005451" y="2023949"/>
            <a:ext cx="22017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FEA7A33-A5BE-C3F4-7A84-0C4EAF8FBE4D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6300894" y="2023949"/>
            <a:ext cx="220181" cy="45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3389BE-D91D-9411-21AC-A5D4612000AE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>
            <a:off x="7596339" y="2028491"/>
            <a:ext cx="209934" cy="34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D4CACEB-9B5B-EAF2-49D7-6A30B4FC7ED3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>
            <a:off x="8881537" y="2031955"/>
            <a:ext cx="23042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C6F0945-63B9-89F0-B090-94C3E686229D}"/>
              </a:ext>
            </a:extLst>
          </p:cNvPr>
          <p:cNvSpPr/>
          <p:nvPr/>
        </p:nvSpPr>
        <p:spPr>
          <a:xfrm>
            <a:off x="1864030" y="2620136"/>
            <a:ext cx="1142807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C28A050-3529-17BC-82B1-7409BBEB002A}"/>
                  </a:ext>
                </a:extLst>
              </p:cNvPr>
              <p:cNvSpPr txBox="1"/>
              <p:nvPr/>
            </p:nvSpPr>
            <p:spPr>
              <a:xfrm>
                <a:off x="54592" y="2235291"/>
                <a:ext cx="8747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C28A050-3529-17BC-82B1-7409BBEB0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2" y="2235291"/>
                <a:ext cx="874727" cy="307777"/>
              </a:xfrm>
              <a:prstGeom prst="rect">
                <a:avLst/>
              </a:prstGeom>
              <a:blipFill>
                <a:blip r:embed="rId7"/>
                <a:stretch>
                  <a:fillRect l="-10490" t="-4000" r="-11189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E6E6B0C-888B-65E4-F368-0D188F4F91E1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10175138" y="2031955"/>
            <a:ext cx="235199" cy="12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49284125-7913-8E14-70D7-0711EF139E74}"/>
              </a:ext>
            </a:extLst>
          </p:cNvPr>
          <p:cNvCxnSpPr>
            <a:stCxn id="69" idx="3"/>
          </p:cNvCxnSpPr>
          <p:nvPr/>
        </p:nvCxnSpPr>
        <p:spPr>
          <a:xfrm flipV="1">
            <a:off x="929319" y="2031955"/>
            <a:ext cx="363703" cy="357225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3A9E0CEF-0AC4-236A-512F-3C3AFA2C54D7}"/>
              </a:ext>
            </a:extLst>
          </p:cNvPr>
          <p:cNvCxnSpPr>
            <a:stCxn id="69" idx="3"/>
            <a:endCxn id="44" idx="1"/>
          </p:cNvCxnSpPr>
          <p:nvPr/>
        </p:nvCxnSpPr>
        <p:spPr>
          <a:xfrm>
            <a:off x="929319" y="2389180"/>
            <a:ext cx="934711" cy="405605"/>
          </a:xfrm>
          <a:prstGeom prst="bentConnector3">
            <a:avLst>
              <a:gd name="adj1" fmla="val 19338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E2339F3-2749-488A-6C0D-647FFE3A6BEC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3006837" y="2794785"/>
            <a:ext cx="252844" cy="12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A394AD9-8B30-4B0F-C762-4B36352BF2CE}"/>
                  </a:ext>
                </a:extLst>
              </p:cNvPr>
              <p:cNvSpPr txBox="1"/>
              <p:nvPr/>
            </p:nvSpPr>
            <p:spPr>
              <a:xfrm>
                <a:off x="0" y="989463"/>
                <a:ext cx="12192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Bayesian modeling of joints as Gaussian distributions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to handle uncertainty and occlusions.</a:t>
                </a: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A394AD9-8B30-4B0F-C762-4B36352BF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89463"/>
                <a:ext cx="12192000" cy="430887"/>
              </a:xfrm>
              <a:prstGeom prst="rect">
                <a:avLst/>
              </a:prstGeom>
              <a:blipFill>
                <a:blip r:embed="rId9"/>
                <a:stretch>
                  <a:fillRect l="-650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68AC2A3A-8596-1BAC-8B6A-8366E228DA95}"/>
              </a:ext>
            </a:extLst>
          </p:cNvPr>
          <p:cNvSpPr txBox="1"/>
          <p:nvPr/>
        </p:nvSpPr>
        <p:spPr>
          <a:xfrm>
            <a:off x="10215920" y="5701100"/>
            <a:ext cx="1476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Adapted from </a:t>
            </a:r>
            <a:br>
              <a:rPr lang="en-US" sz="1400" i="1" dirty="0"/>
            </a:br>
            <a:r>
              <a:rPr lang="en-US" sz="1400" i="1" dirty="0"/>
              <a:t>Dang et 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DDD7094-C276-10D1-E159-4052BD0E509D}"/>
                  </a:ext>
                </a:extLst>
              </p:cNvPr>
              <p:cNvSpPr txBox="1"/>
              <p:nvPr/>
            </p:nvSpPr>
            <p:spPr>
              <a:xfrm>
                <a:off x="7806273" y="3200171"/>
                <a:ext cx="230608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i="1" dirty="0"/>
                  <a:t>soft-argmax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i="1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DDD7094-C276-10D1-E159-4052BD0E5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273" y="3200171"/>
                <a:ext cx="2306081" cy="338554"/>
              </a:xfrm>
              <a:prstGeom prst="rect">
                <a:avLst/>
              </a:prstGeom>
              <a:blipFill>
                <a:blip r:embed="rId10"/>
                <a:stretch>
                  <a:fillRect l="-3175" t="-25455" r="-5291" b="-5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7B9BE7-73A6-BCC5-5DFB-AE7161B6EF26}"/>
                  </a:ext>
                </a:extLst>
              </p:cNvPr>
              <p:cNvSpPr txBox="1"/>
              <p:nvPr/>
            </p:nvSpPr>
            <p:spPr>
              <a:xfrm>
                <a:off x="10410337" y="1879274"/>
                <a:ext cx="17140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7B9BE7-73A6-BCC5-5DFB-AE7161B6E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0337" y="1879274"/>
                <a:ext cx="1714059" cy="307777"/>
              </a:xfrm>
              <a:prstGeom prst="rect">
                <a:avLst/>
              </a:prstGeom>
              <a:blipFill>
                <a:blip r:embed="rId11"/>
                <a:stretch>
                  <a:fillRect l="-3203" t="-1961" r="-356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F43F38-A2E5-702A-1B1F-BC33081754F2}"/>
                  </a:ext>
                </a:extLst>
              </p:cNvPr>
              <p:cNvSpPr txBox="1"/>
              <p:nvPr/>
            </p:nvSpPr>
            <p:spPr>
              <a:xfrm>
                <a:off x="3259681" y="2657560"/>
                <a:ext cx="2236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F43F38-A2E5-702A-1B1F-BC3308175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681" y="2657560"/>
                <a:ext cx="2236766" cy="276999"/>
              </a:xfrm>
              <a:prstGeom prst="rect">
                <a:avLst/>
              </a:prstGeom>
              <a:blipFill>
                <a:blip r:embed="rId12"/>
                <a:stretch>
                  <a:fillRect l="-1090" t="-4444" r="-27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3890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54D50-F525-C381-FE21-1E59987D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12">
            <a:extLst>
              <a:ext uri="{FF2B5EF4-FFF2-40B4-BE49-F238E27FC236}">
                <a16:creationId xmlns:a16="http://schemas.microsoft.com/office/drawing/2014/main" id="{BD218D70-6C27-7F8F-CC38-07BEC1685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054" y="2467685"/>
            <a:ext cx="1370439" cy="319087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10C7FB-3B98-C529-EA2F-B6D2780E6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31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1A54C7-3E84-37BE-92B7-57BF3F09F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Proposed Method: Uncertainty Branch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DC6C08-C1FE-EA64-CC99-DBA4CEF8D632}"/>
              </a:ext>
            </a:extLst>
          </p:cNvPr>
          <p:cNvSpPr/>
          <p:nvPr/>
        </p:nvSpPr>
        <p:spPr>
          <a:xfrm>
            <a:off x="1293022" y="1849300"/>
            <a:ext cx="1063175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  <a:endParaRPr lang="en-US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DE559F-1550-36BB-EA2E-AC6D0D0F5581}"/>
              </a:ext>
            </a:extLst>
          </p:cNvPr>
          <p:cNvSpPr/>
          <p:nvPr/>
        </p:nvSpPr>
        <p:spPr>
          <a:xfrm>
            <a:off x="2586754" y="1849300"/>
            <a:ext cx="1070472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LReLU</a:t>
            </a:r>
            <a:endParaRPr lang="en-US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5444F29-22E0-EEC7-343F-CD8D9C655549}"/>
              </a:ext>
            </a:extLst>
          </p:cNvPr>
          <p:cNvSpPr/>
          <p:nvPr/>
        </p:nvSpPr>
        <p:spPr>
          <a:xfrm>
            <a:off x="3930187" y="1849300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Upconv</a:t>
            </a:r>
            <a:endParaRPr lang="en-US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1689D69-7113-A9AF-EADE-D8875EFE336C}"/>
              </a:ext>
            </a:extLst>
          </p:cNvPr>
          <p:cNvSpPr/>
          <p:nvPr/>
        </p:nvSpPr>
        <p:spPr>
          <a:xfrm>
            <a:off x="5225630" y="1849300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/>
              <a:t>BN</a:t>
            </a:r>
            <a:endParaRPr lang="en-US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EDDF7A-BB3C-7A98-04B5-9783F92D2956}"/>
              </a:ext>
            </a:extLst>
          </p:cNvPr>
          <p:cNvSpPr/>
          <p:nvPr/>
        </p:nvSpPr>
        <p:spPr>
          <a:xfrm>
            <a:off x="6521075" y="1857306"/>
            <a:ext cx="1075264" cy="3423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ReLU</a:t>
            </a:r>
            <a:endParaRPr lang="en-US" b="1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3398321-806F-FD88-AF6F-3063836D8C90}"/>
              </a:ext>
            </a:extLst>
          </p:cNvPr>
          <p:cNvSpPr/>
          <p:nvPr/>
        </p:nvSpPr>
        <p:spPr>
          <a:xfrm>
            <a:off x="9111963" y="1857306"/>
            <a:ext cx="1063175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/>
              <a:t>Sigmoid</a:t>
            </a:r>
            <a:endParaRPr 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372689-B8E8-5F28-7AD9-CEDA1D4E3733}"/>
              </a:ext>
            </a:extLst>
          </p:cNvPr>
          <p:cNvSpPr txBox="1"/>
          <p:nvPr/>
        </p:nvSpPr>
        <p:spPr>
          <a:xfrm>
            <a:off x="0" y="5916543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“What uncertainties do we need in </a:t>
            </a:r>
            <a:r>
              <a:rPr lang="en-US" sz="1400" i="1" dirty="0" err="1"/>
              <a:t>bayesian</a:t>
            </a:r>
            <a:r>
              <a:rPr lang="en-US" sz="1400" i="1" dirty="0"/>
              <a:t> deep learning for computer vision?”</a:t>
            </a:r>
            <a:r>
              <a:rPr lang="en-US" sz="1400" dirty="0"/>
              <a:t> [Kendall et al., NeurIPS’17]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9FF318-B595-5305-AAB5-1D27576DAC98}"/>
              </a:ext>
            </a:extLst>
          </p:cNvPr>
          <p:cNvSpPr/>
          <p:nvPr/>
        </p:nvSpPr>
        <p:spPr>
          <a:xfrm>
            <a:off x="7806273" y="1857306"/>
            <a:ext cx="1075264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000" b="1" dirty="0" err="1"/>
              <a:t>Upconv</a:t>
            </a:r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68F7D6-DB79-4B3C-723C-B8EE97D93362}"/>
              </a:ext>
            </a:extLst>
          </p:cNvPr>
          <p:cNvSpPr/>
          <p:nvPr/>
        </p:nvSpPr>
        <p:spPr>
          <a:xfrm>
            <a:off x="1216582" y="1502636"/>
            <a:ext cx="2511702" cy="88654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043E33-1A3D-5D4F-A869-D274BFA31C1D}"/>
              </a:ext>
            </a:extLst>
          </p:cNvPr>
          <p:cNvSpPr/>
          <p:nvPr/>
        </p:nvSpPr>
        <p:spPr>
          <a:xfrm>
            <a:off x="3807605" y="1502636"/>
            <a:ext cx="3876086" cy="88654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3BF5DF-FC7C-8C5E-D6AB-8BCB4CD879F4}"/>
                  </a:ext>
                </a:extLst>
              </p:cNvPr>
              <p:cNvSpPr txBox="1"/>
              <p:nvPr/>
            </p:nvSpPr>
            <p:spPr>
              <a:xfrm>
                <a:off x="3259681" y="1533069"/>
                <a:ext cx="3975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3BF5DF-FC7C-8C5E-D6AB-8BCB4CD87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681" y="1533069"/>
                <a:ext cx="397545" cy="276999"/>
              </a:xfrm>
              <a:prstGeom prst="rect">
                <a:avLst/>
              </a:prstGeom>
              <a:blipFill>
                <a:blip r:embed="rId4"/>
                <a:stretch>
                  <a:fillRect l="-9231" r="-1384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22FA16B-3D18-CE5C-646E-F408AE8CDC7B}"/>
                  </a:ext>
                </a:extLst>
              </p:cNvPr>
              <p:cNvSpPr txBox="1"/>
              <p:nvPr/>
            </p:nvSpPr>
            <p:spPr>
              <a:xfrm>
                <a:off x="7198235" y="1533069"/>
                <a:ext cx="3975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22FA16B-3D18-CE5C-646E-F408AE8CD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235" y="1533069"/>
                <a:ext cx="397545" cy="276999"/>
              </a:xfrm>
              <a:prstGeom prst="rect">
                <a:avLst/>
              </a:prstGeom>
              <a:blipFill>
                <a:blip r:embed="rId5"/>
                <a:stretch>
                  <a:fillRect l="-9231" r="-1384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74ABA20-1E2F-B6BC-95AB-95409281773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356197" y="2023949"/>
            <a:ext cx="2305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A5F273-E525-054E-B319-B20052021A51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>
            <a:off x="3657226" y="2023949"/>
            <a:ext cx="272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69A72FE-6258-B6D5-83CD-F75F5A61C0E1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5005451" y="2023949"/>
            <a:ext cx="22017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A850430-5939-2AE8-2A1A-AECCC795FB1F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6300894" y="2023949"/>
            <a:ext cx="220181" cy="45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F11F0B0-CFF0-5FA6-51DD-0383AAE21FA9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>
            <a:off x="7596339" y="2028491"/>
            <a:ext cx="209934" cy="34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9B9A9ED-49AF-904D-CDD5-B908AD3CB6FB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>
            <a:off x="8881537" y="2031955"/>
            <a:ext cx="23042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4FC2AFC-9722-EAAA-B044-330AA4D95958}"/>
              </a:ext>
            </a:extLst>
          </p:cNvPr>
          <p:cNvSpPr/>
          <p:nvPr/>
        </p:nvSpPr>
        <p:spPr>
          <a:xfrm>
            <a:off x="1864030" y="2620136"/>
            <a:ext cx="1142807" cy="3492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A95219E-42B7-A08B-23A7-AAE18DF5DBA8}"/>
                  </a:ext>
                </a:extLst>
              </p:cNvPr>
              <p:cNvSpPr txBox="1"/>
              <p:nvPr/>
            </p:nvSpPr>
            <p:spPr>
              <a:xfrm>
                <a:off x="54592" y="2235291"/>
                <a:ext cx="8747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A95219E-42B7-A08B-23A7-AAE18DF5D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2" y="2235291"/>
                <a:ext cx="874727" cy="307777"/>
              </a:xfrm>
              <a:prstGeom prst="rect">
                <a:avLst/>
              </a:prstGeom>
              <a:blipFill>
                <a:blip r:embed="rId7"/>
                <a:stretch>
                  <a:fillRect l="-10490" t="-4000" r="-11189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E78045C-27C8-130F-8AA7-BD061583DA00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10175138" y="2031955"/>
            <a:ext cx="235199" cy="12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84E69EAD-2641-0B9B-20E3-7C6A53FAE3F1}"/>
              </a:ext>
            </a:extLst>
          </p:cNvPr>
          <p:cNvCxnSpPr>
            <a:stCxn id="69" idx="3"/>
          </p:cNvCxnSpPr>
          <p:nvPr/>
        </p:nvCxnSpPr>
        <p:spPr>
          <a:xfrm flipV="1">
            <a:off x="929319" y="2031955"/>
            <a:ext cx="363703" cy="357225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2490C8A6-DD7A-8D46-40FD-999A3683B51B}"/>
              </a:ext>
            </a:extLst>
          </p:cNvPr>
          <p:cNvCxnSpPr>
            <a:stCxn id="69" idx="3"/>
            <a:endCxn id="44" idx="1"/>
          </p:cNvCxnSpPr>
          <p:nvPr/>
        </p:nvCxnSpPr>
        <p:spPr>
          <a:xfrm>
            <a:off x="929319" y="2389180"/>
            <a:ext cx="934711" cy="405605"/>
          </a:xfrm>
          <a:prstGeom prst="bentConnector3">
            <a:avLst>
              <a:gd name="adj1" fmla="val 19338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DEE6F46-F8C7-1674-1FB6-4E6A81AD1C77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3006837" y="2794785"/>
            <a:ext cx="252844" cy="12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ACD897A-B9ED-B5F1-2245-135C96A3DDD7}"/>
                  </a:ext>
                </a:extLst>
              </p:cNvPr>
              <p:cNvSpPr txBox="1"/>
              <p:nvPr/>
            </p:nvSpPr>
            <p:spPr>
              <a:xfrm>
                <a:off x="105355" y="3622757"/>
                <a:ext cx="9627368" cy="9623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</a:t>
                </a:r>
                <a:br>
                  <a:rPr lang="en-US" sz="2200" dirty="0"/>
                </a:br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denotes the pseudo </a:t>
                </a:r>
                <a:r>
                  <a:rPr lang="en-US" sz="2200" dirty="0" err="1"/>
                  <a:t>gt</a:t>
                </a:r>
                <a:r>
                  <a:rPr lang="en-US" sz="2200" dirty="0"/>
                  <a:t> 2D coordinates extracted from the 2D Pose Extractor.</a:t>
                </a: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ACD897A-B9ED-B5F1-2245-135C96A3D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5" y="3622757"/>
                <a:ext cx="9627368" cy="962379"/>
              </a:xfrm>
              <a:prstGeom prst="rect">
                <a:avLst/>
              </a:prstGeom>
              <a:blipFill>
                <a:blip r:embed="rId9"/>
                <a:stretch>
                  <a:fillRect l="-1709" r="-1582" b="-16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6D9BFF0-C81C-03A5-2077-0244FC612E96}"/>
                  </a:ext>
                </a:extLst>
              </p:cNvPr>
              <p:cNvSpPr txBox="1"/>
              <p:nvPr/>
            </p:nvSpPr>
            <p:spPr>
              <a:xfrm>
                <a:off x="0" y="989463"/>
                <a:ext cx="12192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Bayesian modeling of joints as Gaussian distributions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to handle uncertainty and occlusions.</a:t>
                </a: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6D9BFF0-C81C-03A5-2077-0244FC612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89463"/>
                <a:ext cx="12192000" cy="430887"/>
              </a:xfrm>
              <a:prstGeom prst="rect">
                <a:avLst/>
              </a:prstGeom>
              <a:blipFill>
                <a:blip r:embed="rId10"/>
                <a:stretch>
                  <a:fillRect l="-650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3B16777B-704D-0152-98ED-D5D78EFFD2F2}"/>
              </a:ext>
            </a:extLst>
          </p:cNvPr>
          <p:cNvSpPr txBox="1"/>
          <p:nvPr/>
        </p:nvSpPr>
        <p:spPr>
          <a:xfrm>
            <a:off x="10215920" y="5701100"/>
            <a:ext cx="1476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Adapted from </a:t>
            </a:r>
            <a:br>
              <a:rPr lang="en-US" sz="1400" i="1" dirty="0"/>
            </a:br>
            <a:r>
              <a:rPr lang="en-US" sz="1400" i="1" dirty="0"/>
              <a:t>Dang et 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1BC038E-3977-C19B-90C6-0E61CEB264E3}"/>
                  </a:ext>
                </a:extLst>
              </p:cNvPr>
              <p:cNvSpPr txBox="1"/>
              <p:nvPr/>
            </p:nvSpPr>
            <p:spPr>
              <a:xfrm>
                <a:off x="7806273" y="3200171"/>
                <a:ext cx="230608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i="1" dirty="0"/>
                  <a:t>soft-argmax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i="1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1BC038E-3977-C19B-90C6-0E61CEB26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273" y="3200171"/>
                <a:ext cx="2306081" cy="338554"/>
              </a:xfrm>
              <a:prstGeom prst="rect">
                <a:avLst/>
              </a:prstGeom>
              <a:blipFill>
                <a:blip r:embed="rId11"/>
                <a:stretch>
                  <a:fillRect l="-3175" t="-25455" r="-5291" b="-5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74172451-205A-1435-568F-13E0BEDAA55F}"/>
                  </a:ext>
                </a:extLst>
              </p:cNvPr>
              <p:cNvSpPr txBox="1"/>
              <p:nvPr/>
            </p:nvSpPr>
            <p:spPr>
              <a:xfrm>
                <a:off x="1494464" y="4847860"/>
                <a:ext cx="5346694" cy="593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HM Loss: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𝐽</m:t>
                        </m:r>
                      </m:sup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74172451-205A-1435-568F-13E0BEDAA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464" y="4847860"/>
                <a:ext cx="5346694" cy="593432"/>
              </a:xfrm>
              <a:prstGeom prst="rect">
                <a:avLst/>
              </a:prstGeom>
              <a:blipFill>
                <a:blip r:embed="rId12"/>
                <a:stretch>
                  <a:fillRect l="-1482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D3FA7E-D824-8EFF-2A83-F80C90DDDBD9}"/>
                  </a:ext>
                </a:extLst>
              </p:cNvPr>
              <p:cNvSpPr txBox="1"/>
              <p:nvPr/>
            </p:nvSpPr>
            <p:spPr>
              <a:xfrm>
                <a:off x="10410337" y="1879274"/>
                <a:ext cx="17140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D3FA7E-D824-8EFF-2A83-F80C90DDD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0337" y="1879274"/>
                <a:ext cx="1714059" cy="307777"/>
              </a:xfrm>
              <a:prstGeom prst="rect">
                <a:avLst/>
              </a:prstGeom>
              <a:blipFill>
                <a:blip r:embed="rId13"/>
                <a:stretch>
                  <a:fillRect l="-3203" t="-1961" r="-356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363175-450B-25E0-BA82-05966ADA785B}"/>
                  </a:ext>
                </a:extLst>
              </p:cNvPr>
              <p:cNvSpPr txBox="1"/>
              <p:nvPr/>
            </p:nvSpPr>
            <p:spPr>
              <a:xfrm>
                <a:off x="3259681" y="2657560"/>
                <a:ext cx="2236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363175-450B-25E0-BA82-05966ADA7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681" y="2657560"/>
                <a:ext cx="2236766" cy="276999"/>
              </a:xfrm>
              <a:prstGeom prst="rect">
                <a:avLst/>
              </a:prstGeom>
              <a:blipFill>
                <a:blip r:embed="rId14"/>
                <a:stretch>
                  <a:fillRect l="-1090" t="-4444" r="-27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0204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93D507-EE38-6D53-5711-AB8F8690A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32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EEED98-DA05-FD81-BAD4-9B67C255A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7197488" cy="543697"/>
          </a:xfrm>
        </p:spPr>
        <p:txBody>
          <a:bodyPr>
            <a:normAutofit fontScale="90000"/>
          </a:bodyPr>
          <a:lstStyle/>
          <a:p>
            <a:r>
              <a:rPr lang="en-US" dirty="0"/>
              <a:t>Proposed Method: Loss Weighting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FC44D-49E1-CFB4-F53F-DE847C831552}"/>
              </a:ext>
            </a:extLst>
          </p:cNvPr>
          <p:cNvSpPr txBox="1"/>
          <p:nvPr/>
        </p:nvSpPr>
        <p:spPr>
          <a:xfrm>
            <a:off x="0" y="982362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Heterogeneous loss scales require balanced weighting for stable training.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66CBE9-1EB8-F85F-7A83-F3CE3068AFF3}"/>
                  </a:ext>
                </a:extLst>
              </p:cNvPr>
              <p:cNvSpPr txBox="1"/>
              <p:nvPr/>
            </p:nvSpPr>
            <p:spPr>
              <a:xfrm>
                <a:off x="2290796" y="2863438"/>
                <a:ext cx="7058471" cy="821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𝑝𝑟𝑒𝑡𝑟𝑎𝑖𝑛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𝑠𝑜𝑓𝑡𝑚𝑎𝑥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>
                            <m:f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66CBE9-1EB8-F85F-7A83-F3CE3068A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796" y="2863438"/>
                <a:ext cx="7058471" cy="821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F8777D-9205-339F-CA76-F17ECFADA3CB}"/>
                  </a:ext>
                </a:extLst>
              </p:cNvPr>
              <p:cNvSpPr txBox="1"/>
              <p:nvPr/>
            </p:nvSpPr>
            <p:spPr>
              <a:xfrm>
                <a:off x="105355" y="3847687"/>
                <a:ext cx="7852719" cy="1799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200" b="1" dirty="0"/>
                  <a:t>: </a:t>
                </a:r>
                <a:r>
                  <a:rPr lang="en-US" sz="2200" dirty="0"/>
                  <a:t>learnable weights (</a:t>
                </a:r>
                <a:r>
                  <a:rPr lang="en-US" sz="2200" dirty="0" err="1"/>
                  <a:t>softmax</a:t>
                </a:r>
                <a:r>
                  <a:rPr lang="en-US" sz="2200" dirty="0"/>
                  <a:t> → task importance)</a:t>
                </a:r>
                <a:endParaRPr lang="en-US" sz="22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200" b="1" dirty="0"/>
                  <a:t>: </a:t>
                </a:r>
                <a:r>
                  <a:rPr lang="en-US" sz="2200" dirty="0"/>
                  <a:t>normalization constants</a:t>
                </a:r>
                <a:endParaRPr lang="en-US" sz="22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200" b="1" dirty="0"/>
                  <a:t>:</a:t>
                </a:r>
                <a:r>
                  <a:rPr lang="en-US" sz="2200" b="0" dirty="0"/>
                  <a:t> </a:t>
                </a:r>
                <a:r>
                  <a:rPr lang="en-US" sz="2200" dirty="0"/>
                  <a:t>dynamic constraint → prioritizes main loss (MPJPE) early on</a:t>
                </a:r>
                <a:endParaRPr lang="en-US" sz="22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200" b="1" dirty="0"/>
                  <a:t>: </a:t>
                </a:r>
                <a:r>
                  <a:rPr lang="en-US" sz="2200" dirty="0"/>
                  <a:t>applies the floor only to the main task</a:t>
                </a:r>
                <a:endParaRPr lang="en-US" sz="22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b="1" dirty="0"/>
                  <a:t>: </a:t>
                </a:r>
                <a:r>
                  <a:rPr lang="en-US" sz="2200" dirty="0"/>
                  <a:t>progressively activates secondary tasks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F8777D-9205-339F-CA76-F17ECFADA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55" y="3847687"/>
                <a:ext cx="7852719" cy="1799916"/>
              </a:xfrm>
              <a:prstGeom prst="rect">
                <a:avLst/>
              </a:prstGeom>
              <a:blipFill>
                <a:blip r:embed="rId4"/>
                <a:stretch>
                  <a:fillRect l="-854" t="-2373" r="-932" b="-6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8AA3829-4EA8-D784-D51D-7ED41D770202}"/>
              </a:ext>
            </a:extLst>
          </p:cNvPr>
          <p:cNvSpPr txBox="1"/>
          <p:nvPr/>
        </p:nvSpPr>
        <p:spPr>
          <a:xfrm>
            <a:off x="0" y="2031672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During supervised pretraining, the objective is to stabilize the learning of 3D pose reconstruction before introducing strong self-supervised constraints.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CF287-C0CB-E022-221C-E9E265243767}"/>
              </a:ext>
            </a:extLst>
          </p:cNvPr>
          <p:cNvSpPr txBox="1"/>
          <p:nvPr/>
        </p:nvSpPr>
        <p:spPr>
          <a:xfrm>
            <a:off x="0" y="1653211"/>
            <a:ext cx="5084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Supervised Pretraining</a:t>
            </a:r>
          </a:p>
        </p:txBody>
      </p:sp>
    </p:spTree>
    <p:extLst>
      <p:ext uri="{BB962C8B-B14F-4D97-AF65-F5344CB8AC3E}">
        <p14:creationId xmlns:p14="http://schemas.microsoft.com/office/powerpoint/2010/main" val="1137222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BF9BD5-DDBB-363C-20CE-2F74BFBC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33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7F7761-69A0-3EA6-B5D5-DD38604D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7389018" cy="543697"/>
          </a:xfrm>
        </p:spPr>
        <p:txBody>
          <a:bodyPr>
            <a:normAutofit fontScale="90000"/>
          </a:bodyPr>
          <a:lstStyle/>
          <a:p>
            <a:r>
              <a:rPr lang="en-US" dirty="0"/>
              <a:t>Proposed Method: Loss Weighting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A027C-D4AD-8A19-62EA-61E6B873EC68}"/>
              </a:ext>
            </a:extLst>
          </p:cNvPr>
          <p:cNvSpPr txBox="1"/>
          <p:nvPr/>
        </p:nvSpPr>
        <p:spPr>
          <a:xfrm>
            <a:off x="-1" y="1013254"/>
            <a:ext cx="7587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Pure Self-Supervised Training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77CA5-E95C-4053-5A30-9E007A076577}"/>
              </a:ext>
            </a:extLst>
          </p:cNvPr>
          <p:cNvSpPr txBox="1"/>
          <p:nvPr/>
        </p:nvSpPr>
        <p:spPr>
          <a:xfrm>
            <a:off x="-1" y="1473206"/>
            <a:ext cx="120972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In purely self-supervised training, supervision signals are inherently indirect and noisier, making manual task hierarchies less reliable.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BEC58E-2643-DD88-8F58-499B1B35C4C5}"/>
                  </a:ext>
                </a:extLst>
              </p:cNvPr>
              <p:cNvSpPr txBox="1"/>
              <p:nvPr/>
            </p:nvSpPr>
            <p:spPr>
              <a:xfrm>
                <a:off x="-2" y="3590178"/>
                <a:ext cx="12192001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The </a:t>
                </a:r>
                <a:r>
                  <a:rPr lang="en-US" sz="2200" b="1" dirty="0"/>
                  <a:t>homoscedastic uncertainty</a:t>
                </a:r>
                <a:r>
                  <a:rPr lang="en-US" sz="2200" dirty="0"/>
                  <a:t> formulation allows the model to automatically infer the relative importance of each objective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. </a:t>
                </a:r>
                <a:br>
                  <a:rPr lang="en-US" sz="2200" dirty="0"/>
                </a:br>
                <a:r>
                  <a:rPr lang="en-US" sz="2200" dirty="0"/>
                  <a:t>By learning task-dependent precision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, the network dynamically balances the losses based on their stability during training, without relying on a predefined curriculum.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BEC58E-2643-DD88-8F58-499B1B35C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3590178"/>
                <a:ext cx="12192001" cy="1446550"/>
              </a:xfrm>
              <a:prstGeom prst="rect">
                <a:avLst/>
              </a:prstGeom>
              <a:blipFill>
                <a:blip r:embed="rId3"/>
                <a:stretch>
                  <a:fillRect l="-650" t="-2954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4B4B41-BD46-4422-DE64-F1A45785A2C0}"/>
                  </a:ext>
                </a:extLst>
              </p:cNvPr>
              <p:cNvSpPr txBox="1"/>
              <p:nvPr/>
            </p:nvSpPr>
            <p:spPr>
              <a:xfrm>
                <a:off x="2191257" y="2446315"/>
                <a:ext cx="3204531" cy="821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𝑠𝑒𝑙𝑓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4B4B41-BD46-4422-DE64-F1A45785A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257" y="2446315"/>
                <a:ext cx="3204531" cy="8215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94122B-CF5B-DE4B-2BB2-40CE65F46C0A}"/>
                  </a:ext>
                </a:extLst>
              </p:cNvPr>
              <p:cNvSpPr txBox="1"/>
              <p:nvPr/>
            </p:nvSpPr>
            <p:spPr>
              <a:xfrm>
                <a:off x="6095998" y="2565003"/>
                <a:ext cx="4578179" cy="47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r>
                  <a:rPr lang="en-US" sz="2200" dirty="0"/>
                  <a:t> is the log variance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94122B-CF5B-DE4B-2BB2-40CE65F46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8" y="2565003"/>
                <a:ext cx="4578179" cy="474489"/>
              </a:xfrm>
              <a:prstGeom prst="rect">
                <a:avLst/>
              </a:prstGeom>
              <a:blipFill>
                <a:blip r:embed="rId5"/>
                <a:stretch>
                  <a:fillRect l="-1731" t="-3846" r="-2796" b="-20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8280C6F-726D-7595-0EB9-9C3044FED7E5}"/>
              </a:ext>
            </a:extLst>
          </p:cNvPr>
          <p:cNvSpPr txBox="1"/>
          <p:nvPr/>
        </p:nvSpPr>
        <p:spPr>
          <a:xfrm>
            <a:off x="0" y="5919902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“Multi-Task Learning Using Uncertainty to Weigh Losses for Scene Geometry and Semantics.” </a:t>
            </a:r>
            <a:r>
              <a:rPr lang="en-US" sz="1400" dirty="0"/>
              <a:t>[Kendall et al., CVPR’18]</a:t>
            </a:r>
          </a:p>
        </p:txBody>
      </p:sp>
    </p:spTree>
    <p:extLst>
      <p:ext uri="{BB962C8B-B14F-4D97-AF65-F5344CB8AC3E}">
        <p14:creationId xmlns:p14="http://schemas.microsoft.com/office/powerpoint/2010/main" val="2774846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7D69A-2628-8E5A-CBAD-6622A799D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34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55B2CE-5EED-BE08-4E7A-632F6E34B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Experiments: Datasets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FD1E7-BB09-4D0C-77CD-7B6A9D77035C}"/>
              </a:ext>
            </a:extLst>
          </p:cNvPr>
          <p:cNvSpPr txBox="1"/>
          <p:nvPr/>
        </p:nvSpPr>
        <p:spPr>
          <a:xfrm>
            <a:off x="0" y="1010660"/>
            <a:ext cx="3354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Supervised Pretraining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CD7C2-1E7C-9B54-B87B-F69BA4D68636}"/>
              </a:ext>
            </a:extLst>
          </p:cNvPr>
          <p:cNvSpPr txBox="1"/>
          <p:nvPr/>
        </p:nvSpPr>
        <p:spPr>
          <a:xfrm>
            <a:off x="0" y="1472325"/>
            <a:ext cx="47264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Pretraining is performed on the AthletePose3D dataset.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71FC5-B0F9-06C5-409D-2EB874E6CCD2}"/>
              </a:ext>
            </a:extLst>
          </p:cNvPr>
          <p:cNvSpPr txBox="1"/>
          <p:nvPr/>
        </p:nvSpPr>
        <p:spPr>
          <a:xfrm>
            <a:off x="0" y="5908912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“AthletePose3D: A Benchmark Dataset for 3D Human Pose Estimation and Kinematic Validation in Athletic Movements.” [Yeung et al., CVPR’25]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7BCB05-9852-FCF3-1828-59432ED71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29357" y="1147119"/>
            <a:ext cx="3550518" cy="201776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A7DDF8-92D7-D767-9C66-9A56B6BEE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29357" y="3366020"/>
            <a:ext cx="3550518" cy="209951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BDD34A-3480-55D6-4E94-42AE128E82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6382" y="3366020"/>
            <a:ext cx="3550518" cy="209951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BD6692-4091-0813-7960-CCF50B1C1B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6382" y="1147119"/>
            <a:ext cx="3566317" cy="201776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C07957-BCD2-65AA-6547-2B0786C9DFFB}"/>
              </a:ext>
            </a:extLst>
          </p:cNvPr>
          <p:cNvSpPr txBox="1"/>
          <p:nvPr/>
        </p:nvSpPr>
        <p:spPr>
          <a:xfrm>
            <a:off x="0" y="2241766"/>
            <a:ext cx="618764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1.3M frames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2 different locations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8 distinctive subjects</a:t>
            </a:r>
          </a:p>
        </p:txBody>
      </p:sp>
    </p:spTree>
    <p:extLst>
      <p:ext uri="{BB962C8B-B14F-4D97-AF65-F5344CB8AC3E}">
        <p14:creationId xmlns:p14="http://schemas.microsoft.com/office/powerpoint/2010/main" val="1225415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7D7C-0673-9EB1-6098-0E6B985C4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B5895E-FE20-9E15-1D53-19097229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35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69845D-60FA-F27E-8412-E025BE73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7308699" cy="543697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Experiments: Datasets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00D8A-14AA-D3F5-FA42-54D53BF0E2FE}"/>
              </a:ext>
            </a:extLst>
          </p:cNvPr>
          <p:cNvSpPr txBox="1"/>
          <p:nvPr/>
        </p:nvSpPr>
        <p:spPr>
          <a:xfrm>
            <a:off x="0" y="1013254"/>
            <a:ext cx="4164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Pure Self-Supervised Training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9D2888-2923-B70C-CFD9-E4FF396B5FD1}"/>
              </a:ext>
            </a:extLst>
          </p:cNvPr>
          <p:cNvSpPr txBox="1"/>
          <p:nvPr/>
        </p:nvSpPr>
        <p:spPr>
          <a:xfrm>
            <a:off x="0" y="2582915"/>
            <a:ext cx="3620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51 030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2 distinct subjects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6ACABF-BB0E-DFD9-5D68-3B09188F5021}"/>
              </a:ext>
            </a:extLst>
          </p:cNvPr>
          <p:cNvSpPr txBox="1"/>
          <p:nvPr/>
        </p:nvSpPr>
        <p:spPr>
          <a:xfrm>
            <a:off x="0" y="1474919"/>
            <a:ext cx="44298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 small drone dataset, provided by Saini et al., is leveraged for self-supervised training.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F7A652-A3C5-00A2-3328-4BE15C1A1E61}"/>
              </a:ext>
            </a:extLst>
          </p:cNvPr>
          <p:cNvSpPr txBox="1"/>
          <p:nvPr/>
        </p:nvSpPr>
        <p:spPr>
          <a:xfrm>
            <a:off x="0" y="5914993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“</a:t>
            </a:r>
            <a:r>
              <a:rPr lang="en-US" sz="1400" i="1" dirty="0" err="1"/>
              <a:t>Airpose</a:t>
            </a:r>
            <a:r>
              <a:rPr lang="en-US" sz="1400" i="1" dirty="0"/>
              <a:t>: Multi-view fusion network for aerial 3d human pose and shape estimation.” </a:t>
            </a:r>
            <a:r>
              <a:rPr lang="en-US" sz="1400" dirty="0"/>
              <a:t>[Saini et al., RA-L’22]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DAE340-F2BC-ECFE-CF48-A8274D632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7265" y="1211986"/>
            <a:ext cx="3632408" cy="199725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A47950-1472-6768-F00F-A61CBECA9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469" y="1202926"/>
            <a:ext cx="3645367" cy="200438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FD6F20-183A-408B-DCA7-04204EFD5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469" y="3416781"/>
            <a:ext cx="3632406" cy="199725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041E30-0755-E8CA-BF77-D72E04ABE7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528" y="3416781"/>
            <a:ext cx="3622145" cy="199725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432346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D8EAAD-CB84-8500-7121-3431BF88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36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A913A2-1433-2F84-84DB-2268FA62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7308699" cy="543697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Experiments: Datasets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4B7A5-5178-7C6C-B253-F89C6D85BA58}"/>
              </a:ext>
            </a:extLst>
          </p:cNvPr>
          <p:cNvSpPr txBox="1"/>
          <p:nvPr/>
        </p:nvSpPr>
        <p:spPr>
          <a:xfrm>
            <a:off x="0" y="1013254"/>
            <a:ext cx="7587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Pure Self-Supervised Training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74C1D8-7670-28E5-72C2-EB1A3A486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073" y="1361476"/>
            <a:ext cx="3992510" cy="219525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B5A734-248B-138E-CACA-4134FBAB0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666" y="1361476"/>
            <a:ext cx="3998730" cy="219525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A3B78F-CFD9-EB1F-E25C-FFC531EE4B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886" y="3806036"/>
            <a:ext cx="3992510" cy="219525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6B867A-A400-66E2-6C24-F19AB7B8CA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073" y="3806036"/>
            <a:ext cx="3996629" cy="219752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00848E-36B7-692E-39D0-2925C0290B12}"/>
              </a:ext>
            </a:extLst>
          </p:cNvPr>
          <p:cNvSpPr txBox="1"/>
          <p:nvPr/>
        </p:nvSpPr>
        <p:spPr>
          <a:xfrm>
            <a:off x="105355" y="2875002"/>
            <a:ext cx="36205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56 538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5 different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5 distinct subjects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E283BF-56A4-B15F-B5DC-8D86C944BB97}"/>
              </a:ext>
            </a:extLst>
          </p:cNvPr>
          <p:cNvSpPr txBox="1"/>
          <p:nvPr/>
        </p:nvSpPr>
        <p:spPr>
          <a:xfrm>
            <a:off x="0" y="1474919"/>
            <a:ext cx="37258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Due to the lack of drone-captured videos, we built our own drone dataset, without 3D annotations.</a:t>
            </a:r>
          </a:p>
        </p:txBody>
      </p:sp>
    </p:spTree>
    <p:extLst>
      <p:ext uri="{BB962C8B-B14F-4D97-AF65-F5344CB8AC3E}">
        <p14:creationId xmlns:p14="http://schemas.microsoft.com/office/powerpoint/2010/main" val="19887475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768C69-0C0D-82F8-C59E-2289AF1A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37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0704B0-5B3B-AA89-573B-1EF21B49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Experiments: Quantitative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5E3F3-78A5-70DB-6FD8-98F5527A6648}"/>
              </a:ext>
            </a:extLst>
          </p:cNvPr>
          <p:cNvSpPr txBox="1"/>
          <p:nvPr/>
        </p:nvSpPr>
        <p:spPr>
          <a:xfrm>
            <a:off x="0" y="1019433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Quantitative comparison performed on the AthletePose3D test set.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59D8D9-401E-18DF-2409-D4897743E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277967"/>
              </p:ext>
            </p:extLst>
          </p:nvPr>
        </p:nvGraphicFramePr>
        <p:xfrm>
          <a:off x="1681328" y="1835439"/>
          <a:ext cx="8829344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4672">
                  <a:extLst>
                    <a:ext uri="{9D8B030D-6E8A-4147-A177-3AD203B41FA5}">
                      <a16:colId xmlns:a16="http://schemas.microsoft.com/office/drawing/2014/main" val="1011193099"/>
                    </a:ext>
                  </a:extLst>
                </a:gridCol>
                <a:gridCol w="4414672">
                  <a:extLst>
                    <a:ext uri="{9D8B030D-6E8A-4147-A177-3AD203B41FA5}">
                      <a16:colId xmlns:a16="http://schemas.microsoft.com/office/drawing/2014/main" val="1854794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MPJPE (mm) 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036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MotionAGFormer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160.6560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86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MotionAGFormer Finetuned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14.1359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819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Pose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22.0248</a:t>
                      </a:r>
                      <a:endParaRPr lang="en-US" sz="2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64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Pose Branch and Rotation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20.8884</a:t>
                      </a:r>
                      <a:endParaRPr lang="en-US" sz="2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328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Pose Branch and Uncertainty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35.9176</a:t>
                      </a:r>
                      <a:endParaRPr lang="en-US" sz="2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9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Brancher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30.9958</a:t>
                      </a:r>
                      <a:endParaRPr lang="en-US" sz="2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270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Brancher Self-Supervised Finetuned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41.1452</a:t>
                      </a:r>
                      <a:endParaRPr lang="en-US" sz="2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02998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E823-DF59-1EF5-F7AD-F8E5051BC205}"/>
              </a:ext>
            </a:extLst>
          </p:cNvPr>
          <p:cNvCxnSpPr>
            <a:cxnSpLocks/>
          </p:cNvCxnSpPr>
          <p:nvPr/>
        </p:nvCxnSpPr>
        <p:spPr>
          <a:xfrm>
            <a:off x="1682151" y="3157268"/>
            <a:ext cx="882852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76037D-A7EE-915D-31CF-3E5CEFAC6C1A}"/>
              </a:ext>
            </a:extLst>
          </p:cNvPr>
          <p:cNvCxnSpPr>
            <a:cxnSpLocks/>
          </p:cNvCxnSpPr>
          <p:nvPr/>
        </p:nvCxnSpPr>
        <p:spPr>
          <a:xfrm>
            <a:off x="1682151" y="4387970"/>
            <a:ext cx="882852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9137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999508-5F44-E531-2EC8-305297214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38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D96912-8F72-F48C-B5EC-D1C31895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8449922" cy="543697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Experiments: Qualitative Results, </a:t>
            </a:r>
            <a:r>
              <a:rPr lang="en-US" dirty="0" err="1"/>
              <a:t>MotionAGFormer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57458-0628-109A-C25F-E7A62EFC8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695" y="1194772"/>
            <a:ext cx="8522207" cy="2343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DD0C94-4F40-34C3-B848-6946E2220F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695" y="3801306"/>
            <a:ext cx="8522207" cy="23436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68AFBBF-8D8F-0651-BD59-A8C8D3AC6BE4}"/>
              </a:ext>
            </a:extLst>
          </p:cNvPr>
          <p:cNvSpPr/>
          <p:nvPr/>
        </p:nvSpPr>
        <p:spPr>
          <a:xfrm>
            <a:off x="3342504" y="1145346"/>
            <a:ext cx="8637372" cy="2393033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D7D55-E307-A265-9581-0750E00BE0B4}"/>
              </a:ext>
            </a:extLst>
          </p:cNvPr>
          <p:cNvSpPr/>
          <p:nvPr/>
        </p:nvSpPr>
        <p:spPr>
          <a:xfrm>
            <a:off x="3342504" y="3801306"/>
            <a:ext cx="8637372" cy="2343607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0798AE-052C-BD94-2B36-858EEA6CEB61}"/>
              </a:ext>
            </a:extLst>
          </p:cNvPr>
          <p:cNvSpPr txBox="1"/>
          <p:nvPr/>
        </p:nvSpPr>
        <p:spPr>
          <a:xfrm>
            <a:off x="57499" y="1494535"/>
            <a:ext cx="31942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Original </a:t>
            </a:r>
            <a:r>
              <a:rPr lang="en-US" sz="2200" b="1" dirty="0"/>
              <a:t>MotionAGFormer</a:t>
            </a:r>
            <a:r>
              <a:rPr lang="en-US" sz="2200" dirty="0"/>
              <a:t> trained on Human3.6M dataset [Ionescu et al., TPAMI’14]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3B5296-6249-4E4E-B50E-6B4808F7CCCF}"/>
              </a:ext>
            </a:extLst>
          </p:cNvPr>
          <p:cNvSpPr txBox="1"/>
          <p:nvPr/>
        </p:nvSpPr>
        <p:spPr>
          <a:xfrm>
            <a:off x="45308" y="4419111"/>
            <a:ext cx="31942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MotionAGFormer Finetuned </a:t>
            </a:r>
            <a:r>
              <a:rPr lang="en-US" sz="2200" dirty="0"/>
              <a:t>on AthletePose3D dataset</a:t>
            </a:r>
          </a:p>
        </p:txBody>
      </p:sp>
    </p:spTree>
    <p:extLst>
      <p:ext uri="{BB962C8B-B14F-4D97-AF65-F5344CB8AC3E}">
        <p14:creationId xmlns:p14="http://schemas.microsoft.com/office/powerpoint/2010/main" val="2655329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CD54D-4798-ED08-1343-9FE88C208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39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D94C63-BAEF-1D2E-BBE3-8687017E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7882695" cy="543697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Experiments: Qualitative Results, Ablation Study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45CC7-DCB7-4B6F-B58A-5E1BFD1DF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11" t="11809" r="1" b="9857"/>
          <a:stretch>
            <a:fillRect/>
          </a:stretch>
        </p:blipFill>
        <p:spPr>
          <a:xfrm>
            <a:off x="203022" y="3805883"/>
            <a:ext cx="3686898" cy="1686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51A8BA-DDC7-FA75-1767-A412D9ABD1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12" t="11809" b="9857"/>
          <a:stretch>
            <a:fillRect/>
          </a:stretch>
        </p:blipFill>
        <p:spPr>
          <a:xfrm>
            <a:off x="4164074" y="3805883"/>
            <a:ext cx="3686899" cy="16866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9D5A02-4344-0598-31B4-742BC4F069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40" t="11809" b="9857"/>
          <a:stretch>
            <a:fillRect/>
          </a:stretch>
        </p:blipFill>
        <p:spPr>
          <a:xfrm>
            <a:off x="8125127" y="3805882"/>
            <a:ext cx="3692584" cy="16866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097F465-B881-7840-8727-CD1BEB184EE4}"/>
              </a:ext>
            </a:extLst>
          </p:cNvPr>
          <p:cNvSpPr/>
          <p:nvPr/>
        </p:nvSpPr>
        <p:spPr>
          <a:xfrm>
            <a:off x="141239" y="3805882"/>
            <a:ext cx="3854986" cy="1686696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E4D3EF-4212-3AF3-1A3F-BE7E69351956}"/>
              </a:ext>
            </a:extLst>
          </p:cNvPr>
          <p:cNvSpPr/>
          <p:nvPr/>
        </p:nvSpPr>
        <p:spPr>
          <a:xfrm>
            <a:off x="4133064" y="3805882"/>
            <a:ext cx="3854986" cy="1686696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3DAE3-F187-3CDD-F8D0-25D05FD3978C}"/>
              </a:ext>
            </a:extLst>
          </p:cNvPr>
          <p:cNvSpPr/>
          <p:nvPr/>
        </p:nvSpPr>
        <p:spPr>
          <a:xfrm>
            <a:off x="8124889" y="3805882"/>
            <a:ext cx="3854986" cy="1686696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388D4B-5B9B-781A-EBB3-75012404F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57"/>
          <a:stretch>
            <a:fillRect/>
          </a:stretch>
        </p:blipFill>
        <p:spPr>
          <a:xfrm>
            <a:off x="3924192" y="1105479"/>
            <a:ext cx="4343615" cy="241104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B5481BA-FF99-6A31-EF5F-2DF54A9A56EF}"/>
              </a:ext>
            </a:extLst>
          </p:cNvPr>
          <p:cNvSpPr/>
          <p:nvPr/>
        </p:nvSpPr>
        <p:spPr>
          <a:xfrm>
            <a:off x="3881159" y="1116808"/>
            <a:ext cx="4435482" cy="2411047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B2EE15-DF17-7F0A-772C-0FFBA2A92485}"/>
              </a:ext>
            </a:extLst>
          </p:cNvPr>
          <p:cNvSpPr txBox="1"/>
          <p:nvPr/>
        </p:nvSpPr>
        <p:spPr>
          <a:xfrm>
            <a:off x="1241854" y="5696465"/>
            <a:ext cx="1668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Pose Branch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CBEB32-1FD3-C598-B766-C3A2FE4F021D}"/>
              </a:ext>
            </a:extLst>
          </p:cNvPr>
          <p:cNvSpPr txBox="1"/>
          <p:nvPr/>
        </p:nvSpPr>
        <p:spPr>
          <a:xfrm>
            <a:off x="4183628" y="5690287"/>
            <a:ext cx="4084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Pose Branch and Rotation Branch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E6BF77-6DAB-B5F1-D7CE-B08FD2A29199}"/>
              </a:ext>
            </a:extLst>
          </p:cNvPr>
          <p:cNvSpPr txBox="1"/>
          <p:nvPr/>
        </p:nvSpPr>
        <p:spPr>
          <a:xfrm>
            <a:off x="8058394" y="5696465"/>
            <a:ext cx="4084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Pose Branch and Uncertainty Branch</a:t>
            </a:r>
          </a:p>
        </p:txBody>
      </p:sp>
    </p:spTree>
    <p:extLst>
      <p:ext uri="{BB962C8B-B14F-4D97-AF65-F5344CB8AC3E}">
        <p14:creationId xmlns:p14="http://schemas.microsoft.com/office/powerpoint/2010/main" val="20807313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7A916-D4B2-7DE9-219D-E1B3FC47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40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9A7D78-E37D-8A5F-EBEE-0FABCF32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Experiments: Qualitative Results, Brancher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2BFA6-2BEC-AFF9-1BD9-FA2457A5E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518" y="1241855"/>
            <a:ext cx="8258433" cy="22710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3CF466-2B29-AED7-C497-5BB6EB217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517" y="3771385"/>
            <a:ext cx="8258434" cy="22499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653934-2835-0BC7-B4A4-CDE84FFF0686}"/>
              </a:ext>
            </a:extLst>
          </p:cNvPr>
          <p:cNvSpPr txBox="1"/>
          <p:nvPr/>
        </p:nvSpPr>
        <p:spPr>
          <a:xfrm>
            <a:off x="348049" y="2161945"/>
            <a:ext cx="25887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Brancher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0F86DE-A7F7-BABE-DF1A-6B69DF48E587}"/>
              </a:ext>
            </a:extLst>
          </p:cNvPr>
          <p:cNvSpPr txBox="1"/>
          <p:nvPr/>
        </p:nvSpPr>
        <p:spPr>
          <a:xfrm>
            <a:off x="348049" y="4316367"/>
            <a:ext cx="25887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Brancher Pure Self-Supervised on Drone Dataset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FBD8D2-F480-CD5B-26C9-1807CE6A8AA6}"/>
              </a:ext>
            </a:extLst>
          </p:cNvPr>
          <p:cNvSpPr/>
          <p:nvPr/>
        </p:nvSpPr>
        <p:spPr>
          <a:xfrm>
            <a:off x="3533165" y="3719385"/>
            <a:ext cx="8384925" cy="2301960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673A7A-7EB0-4B25-CC73-7CA7B6D3B612}"/>
              </a:ext>
            </a:extLst>
          </p:cNvPr>
          <p:cNvSpPr/>
          <p:nvPr/>
        </p:nvSpPr>
        <p:spPr>
          <a:xfrm>
            <a:off x="3533167" y="1210964"/>
            <a:ext cx="8384925" cy="2301960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26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1BB6CB-6D4A-D43E-AA7A-577FD91A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41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FF0909-7E2E-EF63-A7B1-D73418AB7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8661764" cy="543697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Experiments: Limitations of Brancher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20D50-630F-B5CC-D79C-9A9747333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08" y="2077626"/>
            <a:ext cx="5434669" cy="1922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9AEFCB-02A3-778A-81ED-B1DAA2926B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09" y="4190558"/>
            <a:ext cx="5434668" cy="1922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A6F07F-355D-691B-DA8D-332CD9F5EB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479" y="2105938"/>
            <a:ext cx="5434669" cy="19225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28C56A-487F-3928-0017-64DC366643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6" y="4162246"/>
            <a:ext cx="5434666" cy="192251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B9813A-D9F0-EE7C-8B25-9B36A2EF925F}"/>
              </a:ext>
            </a:extLst>
          </p:cNvPr>
          <p:cNvSpPr/>
          <p:nvPr/>
        </p:nvSpPr>
        <p:spPr>
          <a:xfrm>
            <a:off x="273908" y="2077626"/>
            <a:ext cx="5546124" cy="1922514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F0461B-775B-7323-9F57-AEDDD0E7FE81}"/>
              </a:ext>
            </a:extLst>
          </p:cNvPr>
          <p:cNvSpPr/>
          <p:nvPr/>
        </p:nvSpPr>
        <p:spPr>
          <a:xfrm>
            <a:off x="273908" y="4190558"/>
            <a:ext cx="5546124" cy="1922514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5952F-BF6B-E621-7BBC-8DB1638E0E1A}"/>
              </a:ext>
            </a:extLst>
          </p:cNvPr>
          <p:cNvSpPr/>
          <p:nvPr/>
        </p:nvSpPr>
        <p:spPr>
          <a:xfrm>
            <a:off x="6267056" y="2077626"/>
            <a:ext cx="5546124" cy="1922514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F8C38B-EA4F-03D8-0851-9F3B15A627DD}"/>
              </a:ext>
            </a:extLst>
          </p:cNvPr>
          <p:cNvSpPr/>
          <p:nvPr/>
        </p:nvSpPr>
        <p:spPr>
          <a:xfrm>
            <a:off x="6267056" y="4190558"/>
            <a:ext cx="5546124" cy="1922514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A0E5CF-6746-F2D1-4E4E-48202488B5C1}"/>
              </a:ext>
            </a:extLst>
          </p:cNvPr>
          <p:cNvSpPr txBox="1"/>
          <p:nvPr/>
        </p:nvSpPr>
        <p:spPr>
          <a:xfrm>
            <a:off x="0" y="994719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Purely self-supervised training</a:t>
            </a:r>
            <a:r>
              <a:rPr lang="en-US" sz="2000" dirty="0"/>
              <a:t> can sometimes underperform compared to the </a:t>
            </a:r>
            <a:r>
              <a:rPr lang="en-US" sz="2000" b="1" dirty="0">
                <a:solidFill>
                  <a:srgbClr val="FF0000"/>
                </a:solidFill>
              </a:rPr>
              <a:t>partially self-supervised</a:t>
            </a:r>
            <a:r>
              <a:rPr lang="en-US" sz="2000" dirty="0"/>
              <a:t> trained model, highlighting its current limitations. This exposes the challenges of relying solely on indirect supervision in 3D human pose estimation.</a:t>
            </a:r>
          </a:p>
        </p:txBody>
      </p:sp>
    </p:spTree>
    <p:extLst>
      <p:ext uri="{BB962C8B-B14F-4D97-AF65-F5344CB8AC3E}">
        <p14:creationId xmlns:p14="http://schemas.microsoft.com/office/powerpoint/2010/main" val="16308098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D63C85-9180-70B1-87AD-7D07F22F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42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88589D-0C41-FFBB-8564-DCD66B9A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FDEC5-B358-801A-26D9-3C66923928DD}"/>
              </a:ext>
            </a:extLst>
          </p:cNvPr>
          <p:cNvSpPr txBox="1"/>
          <p:nvPr/>
        </p:nvSpPr>
        <p:spPr>
          <a:xfrm>
            <a:off x="191530" y="1613118"/>
            <a:ext cx="1200047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has been done: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To the best of our knowledge, </a:t>
            </a:r>
            <a:r>
              <a:rPr lang="en-US" sz="2200" i="1" dirty="0"/>
              <a:t>Brancher</a:t>
            </a:r>
            <a:r>
              <a:rPr lang="en-US" sz="2200" dirty="0"/>
              <a:t> is the first deep learning model to tackle 3D Human Pose Estimation from monocular drone-captured videos.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We introduce a novel aerial dataset of human subjects acquired via drone.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endParaRPr lang="en-US" sz="2200" b="1" dirty="0"/>
          </a:p>
          <a:p>
            <a:r>
              <a:rPr lang="en-US" sz="2400" b="1" dirty="0"/>
              <a:t>Future Work: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Progress in drone-based 3D Human Pose Estimation critically depends on the creation of a large-scale dataset with accurate 3D annotations</a:t>
            </a:r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522974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47CB95-B743-456D-4479-21AA35DE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43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E19C6-ECC3-37A5-8AEE-21537C2B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61A06-3807-D3AB-517E-92F110FE7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07" y="1324232"/>
            <a:ext cx="9819240" cy="27002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75F23A-6F89-3019-96E9-5E6DEF19B4BC}"/>
              </a:ext>
            </a:extLst>
          </p:cNvPr>
          <p:cNvSpPr/>
          <p:nvPr/>
        </p:nvSpPr>
        <p:spPr>
          <a:xfrm>
            <a:off x="1120607" y="1293340"/>
            <a:ext cx="9893381" cy="2737021"/>
          </a:xfrm>
          <a:prstGeom prst="rect">
            <a:avLst/>
          </a:prstGeom>
          <a:noFill/>
          <a:ln w="95250" cmpd="sng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7A6BF-D40A-D67A-5F8D-A3CD323B9A67}"/>
              </a:ext>
            </a:extLst>
          </p:cNvPr>
          <p:cNvSpPr txBox="1"/>
          <p:nvPr/>
        </p:nvSpPr>
        <p:spPr>
          <a:xfrm>
            <a:off x="2194354" y="4744994"/>
            <a:ext cx="7667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20606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5956</TotalTime>
  <Words>3821</Words>
  <Application>Microsoft Office PowerPoint</Application>
  <PresentationFormat>Widescreen</PresentationFormat>
  <Paragraphs>644</Paragraphs>
  <Slides>43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Office Theme</vt:lpstr>
      <vt:lpstr>Self-Supervised 3D Human Pose Estimation in Sports Aerial Videos </vt:lpstr>
      <vt:lpstr>Introduction: Understanding Human Movement</vt:lpstr>
      <vt:lpstr>Introduction: Understanding Human Movement</vt:lpstr>
      <vt:lpstr>Introduction: Understanding Human Movement</vt:lpstr>
      <vt:lpstr>Introduction: From Motion Capture to Drone-Based Analysis</vt:lpstr>
      <vt:lpstr>Introduction: From Motion Capture to Drone-Based Analysis</vt:lpstr>
      <vt:lpstr>Introduction: Thesis Objective</vt:lpstr>
      <vt:lpstr>Problem Formulation</vt:lpstr>
      <vt:lpstr>Problem Formulation</vt:lpstr>
      <vt:lpstr>Problem Formulation</vt:lpstr>
      <vt:lpstr>Problem Formulation</vt:lpstr>
      <vt:lpstr>Problem Formulation</vt:lpstr>
      <vt:lpstr>Problem Formulation</vt:lpstr>
      <vt:lpstr>Proposed Method</vt:lpstr>
      <vt:lpstr>Proposed Method: First Stage</vt:lpstr>
      <vt:lpstr>Proposed Method: First Stage</vt:lpstr>
      <vt:lpstr>Proposed Method: First Stage</vt:lpstr>
      <vt:lpstr>Proposed Method: Second Stage</vt:lpstr>
      <vt:lpstr>Proposed Method: Spatial and Temporal Module</vt:lpstr>
      <vt:lpstr>Proposed Method: Spatial and Temporal Module</vt:lpstr>
      <vt:lpstr>Proposed Method: Pose Branch</vt:lpstr>
      <vt:lpstr>Proposed Method: Pose Branch</vt:lpstr>
      <vt:lpstr>Proposed Method: Pose Branch</vt:lpstr>
      <vt:lpstr>Proposed Method: Rotation Branch</vt:lpstr>
      <vt:lpstr>Proposed Method: Rotation Branch</vt:lpstr>
      <vt:lpstr>Proposed Method: Rotation Branch</vt:lpstr>
      <vt:lpstr>Proposed Method: Uncertainty Branch</vt:lpstr>
      <vt:lpstr>Proposed Method: Uncertainty Branch</vt:lpstr>
      <vt:lpstr>Proposed Method: Uncertainty Branch</vt:lpstr>
      <vt:lpstr>Proposed Method: Uncertainty Branch</vt:lpstr>
      <vt:lpstr>Proposed Method: Uncertainty Branch</vt:lpstr>
      <vt:lpstr>Proposed Method: Loss Weighting Strategy</vt:lpstr>
      <vt:lpstr>Proposed Method: Loss Weighting Strategy</vt:lpstr>
      <vt:lpstr>Experiments: Datasets</vt:lpstr>
      <vt:lpstr>Experiments: Datasets</vt:lpstr>
      <vt:lpstr>Experiments: Datasets</vt:lpstr>
      <vt:lpstr>Experiments: Quantitative Results</vt:lpstr>
      <vt:lpstr>Experiments: Qualitative Results, MotionAGFormer</vt:lpstr>
      <vt:lpstr>Experiments: Qualitative Results, Ablation Study</vt:lpstr>
      <vt:lpstr>Experiments: Qualitative Results, Brancher</vt:lpstr>
      <vt:lpstr>Experiments: Limitations of Brancher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Riccardo Simonetti</dc:creator>
  <cp:lastModifiedBy>Angelo Attivissimo</cp:lastModifiedBy>
  <cp:revision>10</cp:revision>
  <dcterms:created xsi:type="dcterms:W3CDTF">2019-02-13T14:58:22Z</dcterms:created>
  <dcterms:modified xsi:type="dcterms:W3CDTF">2026-03-25T18:15:30Z</dcterms:modified>
</cp:coreProperties>
</file>